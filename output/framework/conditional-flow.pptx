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db64471a7846e4" /><Relationship Type="http://schemas.openxmlformats.org/officeDocument/2006/relationships/extended-properties" Target="/docProps/app.xml" Id="Rc995d2a607d7475a" /><Relationship Type="http://schemas.openxmlformats.org/officeDocument/2006/relationships/officeDocument" Target="/ppt/presentation.xml" Id="Rf5d7d22518364f2b" /></Relationships>
</file>

<file path=ppt/presentation.xml><?xml version="1.0" encoding="utf-8"?>
<p:presentation xmlns:p="http://schemas.openxmlformats.org/presentationml/2006/main">
  <p:sldMasterIdLst>
    <p:sldMasterId xmlns:r="http://schemas.openxmlformats.org/officeDocument/2006/relationships" id="2147483648" r:id="R65a805134c3c41e9"/>
  </p:sldMasterIdLst>
  <p:notesMasterIdLst>
    <p:notesMasterId xmlns:r="http://schemas.openxmlformats.org/officeDocument/2006/relationships" r:id="R3a2b1cbc335c4116"/>
  </p:notesMasterIdLst>
  <p:sldIdLst>
    <p:sldId xmlns:r="http://schemas.openxmlformats.org/officeDocument/2006/relationships" id="256" r:id="R6305b6458c7a499b"/>
  </p:sldIdLst>
  <p:sldSz cx="15240000" cy="904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9f2ff4a9014080" /><Relationship Type="http://schemas.openxmlformats.org/officeDocument/2006/relationships/slideMaster" Target="/ppt/slideMasters/slideMaster1.xml" Id="R65a805134c3c41e9" /><Relationship Type="http://schemas.openxmlformats.org/officeDocument/2006/relationships/notesMaster" Target="/ppt/notesMasters/notesMaster1.xml" Id="R3a2b1cbc335c4116" /><Relationship Type="http://schemas.openxmlformats.org/officeDocument/2006/relationships/presProps" Target="/ppt/presProps.xml" Id="R8986e88074db466a" /><Relationship Type="http://schemas.openxmlformats.org/officeDocument/2006/relationships/tableStyles" Target="/ppt/tableStyles.xml" Id="Rc11483d8bcae4835" /><Relationship Type="http://schemas.openxmlformats.org/officeDocument/2006/relationships/slide" Target="/ppt/slides/slide1.xml" Id="R6305b6458c7a49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a14026b29249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ebcf27fcda433a" /><Relationship Type="http://schemas.openxmlformats.org/officeDocument/2006/relationships/notesMaster" Target="/ppt/notesMasters/notesMaster1.xml" Id="R2723902f891546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teaching schematic authored for Astra Figure Workflow. All artwork consists of native editable shapes.</a:t>
            </a:r>
          </a:p>
          <a:p xmlns:a="http://schemas.openxmlformats.org/drawingml/2006/main">
            <a:r>
              <a:t>Sources: Lipman et al., Flow Matching for Generative Modeling, ICLR 2023, https://arxiv.org/abs/2210.02747 ; Tong et al., Improving and Generalizing Flow-Based Generative Models with Minibatch Optimal Transport, https://arxiv.org/abs/2302.00482 .</a:t>
            </a:r>
          </a:p>
          <a:p xmlns:a="http://schemas.openxmlformats.org/drawingml/2006/main">
            <a:r>
              <a:t>Specification: choose x0 from a base distribution independently of a condition-data pair (c,x1); t is uniform on [0,1]; xt=(1-t)x0+t*x1, ut=x1-x0. Fit vtheta(xt,t,c) with expected squared velocity error. At inference integrate dxt/dt=vtheta(xt,t,c) from a fresh x0.</a:t>
            </a:r>
          </a:p>
          <a:p xmlns:a="http://schemas.openxmlformats.org/drawingml/2006/main">
            <a:r>
              <a:t>The top paths are conditional training interpolants. The bottom curves illustrate learned marginal sampling trajectories and need not be straight. No SDE, minibatch optimal transport pairing, neural architecture, particular numerical solver, empirical distribution fit or experiment is claimed.</a:t>
            </a:r>
          </a:p>
          <a:p xmlns:a="http://schemas.openxmlformats.org/drawingml/2006/main">
            <a:r>
              <a:t>Network units denote an abstract learned function, not a specified layer count. Schematic points, arrow lengths, curves and colors are illustrative rather than measured.</a:t>
            </a:r>
          </a:p>
          <a:p xmlns:a="http://schemas.openxmlformats.org/drawingml/2006/main">
            <a:r>
              <a:t>Color key: blue = base/noise states; coral = data endpoint/target or generated endpoint states; violet = intermediate state and learned velocity function. Dashed arrows = conditioning or transfer of learned parameters, not additional samples.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c481ec02d345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5ae3707449440e" /><Relationship Type="http://schemas.openxmlformats.org/officeDocument/2006/relationships/slideLayout" Target="/ppt/slideLayouts/slideLayout1.xml" Id="Rf9cbadd1a65243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cbadd1a65243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96864904aa42a7" /><Relationship Type="http://schemas.openxmlformats.org/officeDocument/2006/relationships/notesSlide" Target="/ppt/notesSlides/notesSlide1.xml" Id="R03dd33a1447945d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0" name="title">
            <a:extLst xmlns:a="http://schemas.openxmlformats.org/drawingml/2006/main">
              <a:ext uri="{FF2B5EF4-FFF2-40B4-BE49-F238E27FC236}">
                <a16:creationId xmlns:a16="http://schemas.microsoft.com/office/drawing/2014/main" id="{D13FD18B-B63F-4014-9D6C-8FD2D7A079DB}"/>
              </a:ext>
            </a:extLst>
          </p:cNvPr>
          <p:cNvSpPr>
            <a:spLocks xmlns:a="http://schemas.openxmlformats.org/drawingml/2006/main" noGrp="1"/>
          </p:cNvSpPr>
          <p:nvPr/>
        </p:nvSpPr>
        <p:spPr>
          <a:xfrm xmlns:a="http://schemas.openxmlformats.org/drawingml/2006/main">
            <a:off x="514350" y="285750"/>
            <a:ext cx="1238250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i="0">
                <a:solidFill>
                  <a:srgbClr val="24344F"/>
                </a:solidFill>
                <a:latin typeface="Arial"/>
                <a:ea typeface="Arial"/>
                <a:cs typeface="Arial"/>
              </a:defRPr>
            </a:pPr>
            <a:r>
              <a:rPr sz="2850" b="1" i="0">
                <a:solidFill>
                  <a:srgbClr val="24344F"/>
                </a:solidFill>
                <a:latin typeface="Arial"/>
                <a:ea typeface="Arial"/>
                <a:cs typeface="Arial"/>
              </a:rPr>
              <a:t>Conditional Flow Matching</a:t>
            </a:r>
          </a:p>
        </p:txBody>
      </p:sp>
      <p:sp>
        <p:nvSpPr>
          <p:cNvPr id="2" name="train-label">
            <a:extLst xmlns:a="http://schemas.openxmlformats.org/drawingml/2006/main">
              <a:ext uri="{FF2B5EF4-FFF2-40B4-BE49-F238E27FC236}">
                <a16:creationId xmlns:a16="http://schemas.microsoft.com/office/drawing/2014/main" id="{D7154A82-7718-4A1C-88D2-5F771DC73694}"/>
              </a:ext>
            </a:extLst>
          </p:cNvPr>
          <p:cNvSpPr>
            <a:spLocks xmlns:a="http://schemas.openxmlformats.org/drawingml/2006/main" noGrp="1"/>
          </p:cNvSpPr>
          <p:nvPr/>
        </p:nvSpPr>
        <p:spPr>
          <a:xfrm xmlns:a="http://schemas.openxmlformats.org/drawingml/2006/main">
            <a:off x="514350" y="1009650"/>
            <a:ext cx="19050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24344F"/>
                </a:solidFill>
                <a:latin typeface="Arial"/>
                <a:ea typeface="Arial"/>
                <a:cs typeface="Arial"/>
              </a:defRPr>
            </a:pPr>
            <a:r>
              <a:rPr sz="2100" b="1" i="0">
                <a:solidFill>
                  <a:srgbClr val="24344F"/>
                </a:solidFill>
                <a:latin typeface="Arial"/>
                <a:ea typeface="Arial"/>
                <a:cs typeface="Arial"/>
              </a:rPr>
              <a:t>(a)  Training</a:t>
            </a:r>
          </a:p>
        </p:txBody>
      </p:sp>
      <p:sp>
        <p:nvSpPr>
          <p:cNvPr id="3" name="training-subtitle">
            <a:extLst xmlns:a="http://schemas.openxmlformats.org/drawingml/2006/main">
              <a:ext uri="{FF2B5EF4-FFF2-40B4-BE49-F238E27FC236}">
                <a16:creationId xmlns:a16="http://schemas.microsoft.com/office/drawing/2014/main" id="{E64CB842-B417-492D-9A6C-F55AB93FD10C}"/>
              </a:ext>
            </a:extLst>
          </p:cNvPr>
          <p:cNvSpPr>
            <a:spLocks xmlns:a="http://schemas.openxmlformats.org/drawingml/2006/main" noGrp="1"/>
          </p:cNvSpPr>
          <p:nvPr/>
        </p:nvSpPr>
        <p:spPr>
          <a:xfrm xmlns:a="http://schemas.openxmlformats.org/drawingml/2006/main">
            <a:off x="2533650" y="1057275"/>
            <a:ext cx="8572500" cy="2933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67758C"/>
                </a:solidFill>
                <a:latin typeface="Arial"/>
                <a:ea typeface="Arial"/>
                <a:cs typeface="Arial"/>
              </a:defRPr>
            </a:pPr>
            <a:r>
              <a:rPr sz="1650" b="0" i="0">
                <a:solidFill>
                  <a:srgbClr val="67758C"/>
                </a:solidFill>
                <a:latin typeface="Arial"/>
                <a:ea typeface="Arial"/>
                <a:cs typeface="Arial"/>
              </a:rPr>
              <a:t>Match a velocity field to paired endpoint displacements</a:t>
            </a:r>
          </a:p>
        </p:txBody>
      </p:sp>
      <p:sp>
        <p:nvSpPr>
          <p:cNvPr id="4" name="noise-0">
            <a:extLst xmlns:a="http://schemas.openxmlformats.org/drawingml/2006/main">
              <a:ext uri="{FF2B5EF4-FFF2-40B4-BE49-F238E27FC236}">
                <a16:creationId xmlns:a16="http://schemas.microsoft.com/office/drawing/2014/main" id="{BC7F770C-7850-45AB-BF5E-B08F558A8ED6}"/>
              </a:ext>
            </a:extLst>
          </p:cNvPr>
          <p:cNvSpPr>
            <a:spLocks xmlns:a="http://schemas.openxmlformats.org/drawingml/2006/main" noGrp="1"/>
          </p:cNvSpPr>
          <p:nvPr/>
        </p:nvSpPr>
        <p:spPr>
          <a:xfrm xmlns:a="http://schemas.openxmlformats.org/drawingml/2006/main">
            <a:off x="1288733" y="2279333"/>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5" name="noise-1">
            <a:extLst xmlns:a="http://schemas.openxmlformats.org/drawingml/2006/main">
              <a:ext uri="{FF2B5EF4-FFF2-40B4-BE49-F238E27FC236}">
                <a16:creationId xmlns:a16="http://schemas.microsoft.com/office/drawing/2014/main" id="{621502D1-A6D1-49FC-B6C3-7929D4D5B670}"/>
              </a:ext>
            </a:extLst>
          </p:cNvPr>
          <p:cNvSpPr>
            <a:spLocks xmlns:a="http://schemas.openxmlformats.org/drawingml/2006/main" noGrp="1"/>
          </p:cNvSpPr>
          <p:nvPr/>
        </p:nvSpPr>
        <p:spPr>
          <a:xfrm xmlns:a="http://schemas.openxmlformats.org/drawingml/2006/main">
            <a:off x="1094265" y="2356573"/>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6" name="noise-2">
            <a:extLst xmlns:a="http://schemas.openxmlformats.org/drawingml/2006/main">
              <a:ext uri="{FF2B5EF4-FFF2-40B4-BE49-F238E27FC236}">
                <a16:creationId xmlns:a16="http://schemas.microsoft.com/office/drawing/2014/main" id="{A092B7EB-BED7-4D4F-8851-359FEB6E037F}"/>
              </a:ext>
            </a:extLst>
          </p:cNvPr>
          <p:cNvSpPr>
            <a:spLocks xmlns:a="http://schemas.openxmlformats.org/drawingml/2006/main" noGrp="1"/>
          </p:cNvSpPr>
          <p:nvPr/>
        </p:nvSpPr>
        <p:spPr>
          <a:xfrm xmlns:a="http://schemas.openxmlformats.org/drawingml/2006/main">
            <a:off x="1224441" y="2132094"/>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7" name="noise-3">
            <a:extLst xmlns:a="http://schemas.openxmlformats.org/drawingml/2006/main">
              <a:ext uri="{FF2B5EF4-FFF2-40B4-BE49-F238E27FC236}">
                <a16:creationId xmlns:a16="http://schemas.microsoft.com/office/drawing/2014/main" id="{85008E90-199D-41FC-AAFA-911CADCE67FC}"/>
              </a:ext>
            </a:extLst>
          </p:cNvPr>
          <p:cNvSpPr>
            <a:spLocks xmlns:a="http://schemas.openxmlformats.org/drawingml/2006/main" noGrp="1"/>
          </p:cNvSpPr>
          <p:nvPr/>
        </p:nvSpPr>
        <p:spPr>
          <a:xfrm xmlns:a="http://schemas.openxmlformats.org/drawingml/2006/main">
            <a:off x="1344219" y="2408151"/>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8" name="noise-4">
            <a:extLst xmlns:a="http://schemas.openxmlformats.org/drawingml/2006/main">
              <a:ext uri="{FF2B5EF4-FFF2-40B4-BE49-F238E27FC236}">
                <a16:creationId xmlns:a16="http://schemas.microsoft.com/office/drawing/2014/main" id="{7B689772-C202-42AA-9609-108DE32AE5A3}"/>
              </a:ext>
            </a:extLst>
          </p:cNvPr>
          <p:cNvSpPr>
            <a:spLocks xmlns:a="http://schemas.openxmlformats.org/drawingml/2006/main" noGrp="1"/>
          </p:cNvSpPr>
          <p:nvPr/>
        </p:nvSpPr>
        <p:spPr>
          <a:xfrm xmlns:a="http://schemas.openxmlformats.org/drawingml/2006/main">
            <a:off x="975666" y="2245846"/>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9" name="noise-5">
            <a:extLst xmlns:a="http://schemas.openxmlformats.org/drawingml/2006/main">
              <a:ext uri="{FF2B5EF4-FFF2-40B4-BE49-F238E27FC236}">
                <a16:creationId xmlns:a16="http://schemas.microsoft.com/office/drawing/2014/main" id="{580C96FE-897C-46E2-B8DE-0C2EEA5DD9F3}"/>
              </a:ext>
            </a:extLst>
          </p:cNvPr>
          <p:cNvSpPr>
            <a:spLocks xmlns:a="http://schemas.openxmlformats.org/drawingml/2006/main" noGrp="1"/>
          </p:cNvSpPr>
          <p:nvPr/>
        </p:nvSpPr>
        <p:spPr>
          <a:xfrm xmlns:a="http://schemas.openxmlformats.org/drawingml/2006/main">
            <a:off x="1424813" y="2171017"/>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0" name="noise-6">
            <a:extLst xmlns:a="http://schemas.openxmlformats.org/drawingml/2006/main">
              <a:ext uri="{FF2B5EF4-FFF2-40B4-BE49-F238E27FC236}">
                <a16:creationId xmlns:a16="http://schemas.microsoft.com/office/drawing/2014/main" id="{24706D3E-3E6F-4C92-84CB-3B7D4B0A6708}"/>
              </a:ext>
            </a:extLst>
          </p:cNvPr>
          <p:cNvSpPr>
            <a:spLocks xmlns:a="http://schemas.openxmlformats.org/drawingml/2006/main" noGrp="1"/>
          </p:cNvSpPr>
          <p:nvPr/>
        </p:nvSpPr>
        <p:spPr>
          <a:xfrm xmlns:a="http://schemas.openxmlformats.org/drawingml/2006/main">
            <a:off x="1141272" y="2478162"/>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1" name="noise-7">
            <a:extLst xmlns:a="http://schemas.openxmlformats.org/drawingml/2006/main">
              <a:ext uri="{FF2B5EF4-FFF2-40B4-BE49-F238E27FC236}">
                <a16:creationId xmlns:a16="http://schemas.microsoft.com/office/drawing/2014/main" id="{B097E951-F34E-4163-B5E4-C86CD4F5AE82}"/>
              </a:ext>
            </a:extLst>
          </p:cNvPr>
          <p:cNvSpPr>
            <a:spLocks xmlns:a="http://schemas.openxmlformats.org/drawingml/2006/main" noGrp="1"/>
          </p:cNvSpPr>
          <p:nvPr/>
        </p:nvSpPr>
        <p:spPr>
          <a:xfrm xmlns:a="http://schemas.openxmlformats.org/drawingml/2006/main">
            <a:off x="1076295" y="2083663"/>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2" name="noise-8">
            <a:extLst xmlns:a="http://schemas.openxmlformats.org/drawingml/2006/main">
              <a:ext uri="{FF2B5EF4-FFF2-40B4-BE49-F238E27FC236}">
                <a16:creationId xmlns:a16="http://schemas.microsoft.com/office/drawing/2014/main" id="{3CA4B16C-A3B0-4FA4-892A-E38AC2435802}"/>
              </a:ext>
            </a:extLst>
          </p:cNvPr>
          <p:cNvSpPr>
            <a:spLocks xmlns:a="http://schemas.openxmlformats.org/drawingml/2006/main" noGrp="1"/>
          </p:cNvSpPr>
          <p:nvPr/>
        </p:nvSpPr>
        <p:spPr>
          <a:xfrm xmlns:a="http://schemas.openxmlformats.org/drawingml/2006/main">
            <a:off x="1494450" y="2353085"/>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3" name="noise-9">
            <a:extLst xmlns:a="http://schemas.openxmlformats.org/drawingml/2006/main">
              <a:ext uri="{FF2B5EF4-FFF2-40B4-BE49-F238E27FC236}">
                <a16:creationId xmlns:a16="http://schemas.microsoft.com/office/drawing/2014/main" id="{AD652F94-1AD9-41F0-AE4D-19D6C221D17A}"/>
              </a:ext>
            </a:extLst>
          </p:cNvPr>
          <p:cNvSpPr>
            <a:spLocks xmlns:a="http://schemas.openxmlformats.org/drawingml/2006/main" noGrp="1"/>
          </p:cNvSpPr>
          <p:nvPr/>
        </p:nvSpPr>
        <p:spPr>
          <a:xfrm xmlns:a="http://schemas.openxmlformats.org/drawingml/2006/main">
            <a:off x="917589" y="2370651"/>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4" name="noise-10">
            <a:extLst xmlns:a="http://schemas.openxmlformats.org/drawingml/2006/main">
              <a:ext uri="{FF2B5EF4-FFF2-40B4-BE49-F238E27FC236}">
                <a16:creationId xmlns:a16="http://schemas.microsoft.com/office/drawing/2014/main" id="{FFB3DBDB-CC54-4979-A2C7-80ED189FDC51}"/>
              </a:ext>
            </a:extLst>
          </p:cNvPr>
          <p:cNvSpPr>
            <a:spLocks xmlns:a="http://schemas.openxmlformats.org/drawingml/2006/main" noGrp="1"/>
          </p:cNvSpPr>
          <p:nvPr/>
        </p:nvSpPr>
        <p:spPr>
          <a:xfrm xmlns:a="http://schemas.openxmlformats.org/drawingml/2006/main">
            <a:off x="1350954" y="2051267"/>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 name="noise-11">
            <a:extLst xmlns:a="http://schemas.openxmlformats.org/drawingml/2006/main">
              <a:ext uri="{FF2B5EF4-FFF2-40B4-BE49-F238E27FC236}">
                <a16:creationId xmlns:a16="http://schemas.microsoft.com/office/drawing/2014/main" id="{9AFE70AA-37DF-4CE9-A57D-0D8B7B6E20BD}"/>
              </a:ext>
            </a:extLst>
          </p:cNvPr>
          <p:cNvSpPr>
            <a:spLocks xmlns:a="http://schemas.openxmlformats.org/drawingml/2006/main" noGrp="1"/>
          </p:cNvSpPr>
          <p:nvPr/>
        </p:nvSpPr>
        <p:spPr>
          <a:xfrm xmlns:a="http://schemas.openxmlformats.org/drawingml/2006/main">
            <a:off x="1310951" y="2521258"/>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6" name="noise-12">
            <a:extLst xmlns:a="http://schemas.openxmlformats.org/drawingml/2006/main">
              <a:ext uri="{FF2B5EF4-FFF2-40B4-BE49-F238E27FC236}">
                <a16:creationId xmlns:a16="http://schemas.microsoft.com/office/drawing/2014/main" id="{FAC49AE4-0D0F-44C9-8B7B-0F9F52EF85B0}"/>
              </a:ext>
            </a:extLst>
          </p:cNvPr>
          <p:cNvSpPr>
            <a:spLocks xmlns:a="http://schemas.openxmlformats.org/drawingml/2006/main" noGrp="1"/>
          </p:cNvSpPr>
          <p:nvPr/>
        </p:nvSpPr>
        <p:spPr>
          <a:xfrm xmlns:a="http://schemas.openxmlformats.org/drawingml/2006/main">
            <a:off x="903937" y="2145217"/>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7" name="noise-13">
            <a:extLst xmlns:a="http://schemas.openxmlformats.org/drawingml/2006/main">
              <a:ext uri="{FF2B5EF4-FFF2-40B4-BE49-F238E27FC236}">
                <a16:creationId xmlns:a16="http://schemas.microsoft.com/office/drawing/2014/main" id="{7485229C-F90E-4103-9D3E-A5889FA912A9}"/>
              </a:ext>
            </a:extLst>
          </p:cNvPr>
          <p:cNvSpPr>
            <a:spLocks xmlns:a="http://schemas.openxmlformats.org/drawingml/2006/main" noGrp="1"/>
          </p:cNvSpPr>
          <p:nvPr/>
        </p:nvSpPr>
        <p:spPr>
          <a:xfrm xmlns:a="http://schemas.openxmlformats.org/drawingml/2006/main">
            <a:off x="1569676" y="2217659"/>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8" name="noise-14">
            <a:extLst xmlns:a="http://schemas.openxmlformats.org/drawingml/2006/main">
              <a:ext uri="{FF2B5EF4-FFF2-40B4-BE49-F238E27FC236}">
                <a16:creationId xmlns:a16="http://schemas.microsoft.com/office/drawing/2014/main" id="{08C2DC7A-6CE0-4B25-8E94-497E3C45517D}"/>
              </a:ext>
            </a:extLst>
          </p:cNvPr>
          <p:cNvSpPr>
            <a:spLocks xmlns:a="http://schemas.openxmlformats.org/drawingml/2006/main" noGrp="1"/>
          </p:cNvSpPr>
          <p:nvPr/>
        </p:nvSpPr>
        <p:spPr>
          <a:xfrm xmlns:a="http://schemas.openxmlformats.org/drawingml/2006/main">
            <a:off x="989733" y="2507194"/>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9" name="noise-15">
            <a:extLst xmlns:a="http://schemas.openxmlformats.org/drawingml/2006/main">
              <a:ext uri="{FF2B5EF4-FFF2-40B4-BE49-F238E27FC236}">
                <a16:creationId xmlns:a16="http://schemas.microsoft.com/office/drawing/2014/main" id="{F783E82D-1B07-4BFB-9C1D-7C0993170F70}"/>
              </a:ext>
            </a:extLst>
          </p:cNvPr>
          <p:cNvSpPr>
            <a:spLocks xmlns:a="http://schemas.openxmlformats.org/drawingml/2006/main" noGrp="1"/>
          </p:cNvSpPr>
          <p:nvPr/>
        </p:nvSpPr>
        <p:spPr>
          <a:xfrm xmlns:a="http://schemas.openxmlformats.org/drawingml/2006/main">
            <a:off x="1162425" y="1989433"/>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0" name="noise-16">
            <a:extLst xmlns:a="http://schemas.openxmlformats.org/drawingml/2006/main">
              <a:ext uri="{FF2B5EF4-FFF2-40B4-BE49-F238E27FC236}">
                <a16:creationId xmlns:a16="http://schemas.microsoft.com/office/drawing/2014/main" id="{8F1385D2-02D1-48B0-8834-4C3600E1C15B}"/>
              </a:ext>
            </a:extLst>
          </p:cNvPr>
          <p:cNvSpPr>
            <a:spLocks xmlns:a="http://schemas.openxmlformats.org/drawingml/2006/main" noGrp="1"/>
          </p:cNvSpPr>
          <p:nvPr/>
        </p:nvSpPr>
        <p:spPr>
          <a:xfrm xmlns:a="http://schemas.openxmlformats.org/drawingml/2006/main">
            <a:off x="1516062" y="2470298"/>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1" name="noise-17">
            <a:extLst xmlns:a="http://schemas.openxmlformats.org/drawingml/2006/main">
              <a:ext uri="{FF2B5EF4-FFF2-40B4-BE49-F238E27FC236}">
                <a16:creationId xmlns:a16="http://schemas.microsoft.com/office/drawing/2014/main" id="{9428588C-E754-4416-96BA-AD3C5212FE12}"/>
              </a:ext>
            </a:extLst>
          </p:cNvPr>
          <p:cNvSpPr>
            <a:spLocks xmlns:a="http://schemas.openxmlformats.org/drawingml/2006/main" noGrp="1"/>
          </p:cNvSpPr>
          <p:nvPr/>
        </p:nvSpPr>
        <p:spPr>
          <a:xfrm xmlns:a="http://schemas.openxmlformats.org/drawingml/2006/main">
            <a:off x="798104" y="2287293"/>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2" name="noise-18">
            <a:extLst xmlns:a="http://schemas.openxmlformats.org/drawingml/2006/main">
              <a:ext uri="{FF2B5EF4-FFF2-40B4-BE49-F238E27FC236}">
                <a16:creationId xmlns:a16="http://schemas.microsoft.com/office/drawing/2014/main" id="{8E526240-60F2-451D-A8C4-83C0E26A24E3}"/>
              </a:ext>
            </a:extLst>
          </p:cNvPr>
          <p:cNvSpPr>
            <a:spLocks xmlns:a="http://schemas.openxmlformats.org/drawingml/2006/main" noGrp="1"/>
          </p:cNvSpPr>
          <p:nvPr/>
        </p:nvSpPr>
        <p:spPr>
          <a:xfrm xmlns:a="http://schemas.openxmlformats.org/drawingml/2006/main">
            <a:off x="1510007" y="2057286"/>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3" name="noise-19">
            <a:extLst xmlns:a="http://schemas.openxmlformats.org/drawingml/2006/main">
              <a:ext uri="{FF2B5EF4-FFF2-40B4-BE49-F238E27FC236}">
                <a16:creationId xmlns:a16="http://schemas.microsoft.com/office/drawing/2014/main" id="{8368B987-3F3F-47CF-B074-D5F5C3238458}"/>
              </a:ext>
            </a:extLst>
          </p:cNvPr>
          <p:cNvSpPr>
            <a:spLocks xmlns:a="http://schemas.openxmlformats.org/drawingml/2006/main" noGrp="1"/>
          </p:cNvSpPr>
          <p:nvPr/>
        </p:nvSpPr>
        <p:spPr>
          <a:xfrm xmlns:a="http://schemas.openxmlformats.org/drawingml/2006/main">
            <a:off x="1190356" y="2598439"/>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4" name="noise-20">
            <a:extLst xmlns:a="http://schemas.openxmlformats.org/drawingml/2006/main">
              <a:ext uri="{FF2B5EF4-FFF2-40B4-BE49-F238E27FC236}">
                <a16:creationId xmlns:a16="http://schemas.microsoft.com/office/drawing/2014/main" id="{1E583985-34F4-4B75-B586-B6AEFF162A45}"/>
              </a:ext>
            </a:extLst>
          </p:cNvPr>
          <p:cNvSpPr>
            <a:spLocks xmlns:a="http://schemas.openxmlformats.org/drawingml/2006/main" noGrp="1"/>
          </p:cNvSpPr>
          <p:nvPr/>
        </p:nvSpPr>
        <p:spPr>
          <a:xfrm xmlns:a="http://schemas.openxmlformats.org/drawingml/2006/main">
            <a:off x="926941" y="2022208"/>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5" name="noise-21">
            <a:extLst xmlns:a="http://schemas.openxmlformats.org/drawingml/2006/main">
              <a:ext uri="{FF2B5EF4-FFF2-40B4-BE49-F238E27FC236}">
                <a16:creationId xmlns:a16="http://schemas.microsoft.com/office/drawing/2014/main" id="{B16AB338-39F2-4572-A82E-D149712A28B4}"/>
              </a:ext>
            </a:extLst>
          </p:cNvPr>
          <p:cNvSpPr>
            <a:spLocks xmlns:a="http://schemas.openxmlformats.org/drawingml/2006/main" noGrp="1"/>
          </p:cNvSpPr>
          <p:nvPr/>
        </p:nvSpPr>
        <p:spPr>
          <a:xfrm xmlns:a="http://schemas.openxmlformats.org/drawingml/2006/main">
            <a:off x="1655759" y="2324036"/>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6" name="noise-22">
            <a:extLst xmlns:a="http://schemas.openxmlformats.org/drawingml/2006/main">
              <a:ext uri="{FF2B5EF4-FFF2-40B4-BE49-F238E27FC236}">
                <a16:creationId xmlns:a16="http://schemas.microsoft.com/office/drawing/2014/main" id="{54FDB05F-E3D0-4E9E-B7A5-70F8DF5DFF7B}"/>
              </a:ext>
            </a:extLst>
          </p:cNvPr>
          <p:cNvSpPr>
            <a:spLocks xmlns:a="http://schemas.openxmlformats.org/drawingml/2006/main" noGrp="1"/>
          </p:cNvSpPr>
          <p:nvPr/>
        </p:nvSpPr>
        <p:spPr>
          <a:xfrm xmlns:a="http://schemas.openxmlformats.org/drawingml/2006/main">
            <a:off x="835901" y="2472276"/>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7" name="noise-23">
            <a:extLst xmlns:a="http://schemas.openxmlformats.org/drawingml/2006/main">
              <a:ext uri="{FF2B5EF4-FFF2-40B4-BE49-F238E27FC236}">
                <a16:creationId xmlns:a16="http://schemas.microsoft.com/office/drawing/2014/main" id="{10556B5A-4F07-4F5E-B5DF-E30EE50B2A8E}"/>
              </a:ext>
            </a:extLst>
          </p:cNvPr>
          <p:cNvSpPr>
            <a:spLocks xmlns:a="http://schemas.openxmlformats.org/drawingml/2006/main" noGrp="1"/>
          </p:cNvSpPr>
          <p:nvPr/>
        </p:nvSpPr>
        <p:spPr>
          <a:xfrm xmlns:a="http://schemas.openxmlformats.org/drawingml/2006/main">
            <a:off x="1309682" y="1934697"/>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8" name="data-0">
            <a:extLst xmlns:a="http://schemas.openxmlformats.org/drawingml/2006/main">
              <a:ext uri="{FF2B5EF4-FFF2-40B4-BE49-F238E27FC236}">
                <a16:creationId xmlns:a16="http://schemas.microsoft.com/office/drawing/2014/main" id="{B04447D9-E1F4-4104-8C2D-62E424E20D61}"/>
              </a:ext>
            </a:extLst>
          </p:cNvPr>
          <p:cNvSpPr>
            <a:spLocks xmlns:a="http://schemas.openxmlformats.org/drawingml/2006/main" noGrp="1"/>
          </p:cNvSpPr>
          <p:nvPr/>
        </p:nvSpPr>
        <p:spPr>
          <a:xfrm xmlns:a="http://schemas.openxmlformats.org/drawingml/2006/main">
            <a:off x="969835" y="3803333"/>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29" name="data-1">
            <a:extLst xmlns:a="http://schemas.openxmlformats.org/drawingml/2006/main">
              <a:ext uri="{FF2B5EF4-FFF2-40B4-BE49-F238E27FC236}">
                <a16:creationId xmlns:a16="http://schemas.microsoft.com/office/drawing/2014/main" id="{5E51C7D5-1B85-4F80-A119-26D1F0B4DF6B}"/>
              </a:ext>
            </a:extLst>
          </p:cNvPr>
          <p:cNvSpPr>
            <a:spLocks xmlns:a="http://schemas.openxmlformats.org/drawingml/2006/main" noGrp="1"/>
          </p:cNvSpPr>
          <p:nvPr/>
        </p:nvSpPr>
        <p:spPr>
          <a:xfrm xmlns:a="http://schemas.openxmlformats.org/drawingml/2006/main">
            <a:off x="1435386" y="3529121"/>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0" name="data-2">
            <a:extLst xmlns:a="http://schemas.openxmlformats.org/drawingml/2006/main">
              <a:ext uri="{FF2B5EF4-FFF2-40B4-BE49-F238E27FC236}">
                <a16:creationId xmlns:a16="http://schemas.microsoft.com/office/drawing/2014/main" id="{C8313DD2-C726-40B7-886F-7B972607DDB2}"/>
              </a:ext>
            </a:extLst>
          </p:cNvPr>
          <p:cNvSpPr>
            <a:spLocks xmlns:a="http://schemas.openxmlformats.org/drawingml/2006/main" noGrp="1"/>
          </p:cNvSpPr>
          <p:nvPr/>
        </p:nvSpPr>
        <p:spPr>
          <a:xfrm xmlns:a="http://schemas.openxmlformats.org/drawingml/2006/main">
            <a:off x="938880" y="3705486"/>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1" name="data-3">
            <a:extLst xmlns:a="http://schemas.openxmlformats.org/drawingml/2006/main">
              <a:ext uri="{FF2B5EF4-FFF2-40B4-BE49-F238E27FC236}">
                <a16:creationId xmlns:a16="http://schemas.microsoft.com/office/drawing/2014/main" id="{5D2D6DFF-1818-43B9-AF0E-2DF8CB47EF89}"/>
              </a:ext>
            </a:extLst>
          </p:cNvPr>
          <p:cNvSpPr>
            <a:spLocks xmlns:a="http://schemas.openxmlformats.org/drawingml/2006/main" noGrp="1"/>
          </p:cNvSpPr>
          <p:nvPr/>
        </p:nvSpPr>
        <p:spPr>
          <a:xfrm xmlns:a="http://schemas.openxmlformats.org/drawingml/2006/main">
            <a:off x="1546700" y="3563644"/>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2" name="data-4">
            <a:extLst xmlns:a="http://schemas.openxmlformats.org/drawingml/2006/main">
              <a:ext uri="{FF2B5EF4-FFF2-40B4-BE49-F238E27FC236}">
                <a16:creationId xmlns:a16="http://schemas.microsoft.com/office/drawing/2014/main" id="{AD578822-0476-4B54-A3B8-0568F58B68B7}"/>
              </a:ext>
            </a:extLst>
          </p:cNvPr>
          <p:cNvSpPr>
            <a:spLocks xmlns:a="http://schemas.openxmlformats.org/drawingml/2006/main" noGrp="1"/>
          </p:cNvSpPr>
          <p:nvPr/>
        </p:nvSpPr>
        <p:spPr>
          <a:xfrm xmlns:a="http://schemas.openxmlformats.org/drawingml/2006/main">
            <a:off x="830753" y="3780629"/>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 name="data-5">
            <a:extLst xmlns:a="http://schemas.openxmlformats.org/drawingml/2006/main">
              <a:ext uri="{FF2B5EF4-FFF2-40B4-BE49-F238E27FC236}">
                <a16:creationId xmlns:a16="http://schemas.microsoft.com/office/drawing/2014/main" id="{4357EDE0-95CC-46B6-B26F-E19123A9A72B}"/>
              </a:ext>
            </a:extLst>
          </p:cNvPr>
          <p:cNvSpPr>
            <a:spLocks xmlns:a="http://schemas.openxmlformats.org/drawingml/2006/main" noGrp="1"/>
          </p:cNvSpPr>
          <p:nvPr/>
        </p:nvSpPr>
        <p:spPr>
          <a:xfrm xmlns:a="http://schemas.openxmlformats.org/drawingml/2006/main">
            <a:off x="1579494" y="3407066"/>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4" name="data-6">
            <a:extLst xmlns:a="http://schemas.openxmlformats.org/drawingml/2006/main">
              <a:ext uri="{FF2B5EF4-FFF2-40B4-BE49-F238E27FC236}">
                <a16:creationId xmlns:a16="http://schemas.microsoft.com/office/drawing/2014/main" id="{0651DDA1-6A5F-454C-B371-8DF03FF042F4}"/>
              </a:ext>
            </a:extLst>
          </p:cNvPr>
          <p:cNvSpPr>
            <a:spLocks xmlns:a="http://schemas.openxmlformats.org/drawingml/2006/main" noGrp="1"/>
          </p:cNvSpPr>
          <p:nvPr/>
        </p:nvSpPr>
        <p:spPr>
          <a:xfrm xmlns:a="http://schemas.openxmlformats.org/drawingml/2006/main">
            <a:off x="904953" y="3933235"/>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5" name="data-7">
            <a:extLst xmlns:a="http://schemas.openxmlformats.org/drawingml/2006/main">
              <a:ext uri="{FF2B5EF4-FFF2-40B4-BE49-F238E27FC236}">
                <a16:creationId xmlns:a16="http://schemas.microsoft.com/office/drawing/2014/main" id="{12069D92-D623-4234-BF00-89C0512676E3}"/>
              </a:ext>
            </a:extLst>
          </p:cNvPr>
          <p:cNvSpPr>
            <a:spLocks xmlns:a="http://schemas.openxmlformats.org/drawingml/2006/main" noGrp="1"/>
          </p:cNvSpPr>
          <p:nvPr/>
        </p:nvSpPr>
        <p:spPr>
          <a:xfrm xmlns:a="http://schemas.openxmlformats.org/drawingml/2006/main">
            <a:off x="1427479" y="3350819"/>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6" name="data-8">
            <a:extLst xmlns:a="http://schemas.openxmlformats.org/drawingml/2006/main">
              <a:ext uri="{FF2B5EF4-FFF2-40B4-BE49-F238E27FC236}">
                <a16:creationId xmlns:a16="http://schemas.microsoft.com/office/drawing/2014/main" id="{42AE930D-F186-48DC-8643-1F222C338CB9}"/>
              </a:ext>
            </a:extLst>
          </p:cNvPr>
          <p:cNvSpPr>
            <a:spLocks xmlns:a="http://schemas.openxmlformats.org/drawingml/2006/main" noGrp="1"/>
          </p:cNvSpPr>
          <p:nvPr/>
        </p:nvSpPr>
        <p:spPr>
          <a:xfrm xmlns:a="http://schemas.openxmlformats.org/drawingml/2006/main">
            <a:off x="1057684" y="3849867"/>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7" name="data-9">
            <a:extLst xmlns:a="http://schemas.openxmlformats.org/drawingml/2006/main">
              <a:ext uri="{FF2B5EF4-FFF2-40B4-BE49-F238E27FC236}">
                <a16:creationId xmlns:a16="http://schemas.microsoft.com/office/drawing/2014/main" id="{00755E65-5C54-4304-9442-B4193FF2546B}"/>
              </a:ext>
            </a:extLst>
          </p:cNvPr>
          <p:cNvSpPr>
            <a:spLocks xmlns:a="http://schemas.openxmlformats.org/drawingml/2006/main" noGrp="1"/>
          </p:cNvSpPr>
          <p:nvPr/>
        </p:nvSpPr>
        <p:spPr>
          <a:xfrm xmlns:a="http://schemas.openxmlformats.org/drawingml/2006/main">
            <a:off x="1358982" y="3539144"/>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8" name="data-10">
            <a:extLst xmlns:a="http://schemas.openxmlformats.org/drawingml/2006/main">
              <a:ext uri="{FF2B5EF4-FFF2-40B4-BE49-F238E27FC236}">
                <a16:creationId xmlns:a16="http://schemas.microsoft.com/office/drawing/2014/main" id="{8EDF00EA-99FA-49B3-850E-7EE0F84F097D}"/>
              </a:ext>
            </a:extLst>
          </p:cNvPr>
          <p:cNvSpPr>
            <a:spLocks xmlns:a="http://schemas.openxmlformats.org/drawingml/2006/main" noGrp="1"/>
          </p:cNvSpPr>
          <p:nvPr/>
        </p:nvSpPr>
        <p:spPr>
          <a:xfrm xmlns:a="http://schemas.openxmlformats.org/drawingml/2006/main">
            <a:off x="995880" y="3653504"/>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9" name="data-11">
            <a:extLst xmlns:a="http://schemas.openxmlformats.org/drawingml/2006/main">
              <a:ext uri="{FF2B5EF4-FFF2-40B4-BE49-F238E27FC236}">
                <a16:creationId xmlns:a16="http://schemas.microsoft.com/office/drawing/2014/main" id="{EA645251-749B-41C5-9B94-83FA9160C130}"/>
              </a:ext>
            </a:extLst>
          </p:cNvPr>
          <p:cNvSpPr>
            <a:spLocks xmlns:a="http://schemas.openxmlformats.org/drawingml/2006/main" noGrp="1"/>
          </p:cNvSpPr>
          <p:nvPr/>
        </p:nvSpPr>
        <p:spPr>
          <a:xfrm xmlns:a="http://schemas.openxmlformats.org/drawingml/2006/main">
            <a:off x="1529395" y="3635890"/>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40" name="data-12">
            <a:extLst xmlns:a="http://schemas.openxmlformats.org/drawingml/2006/main">
              <a:ext uri="{FF2B5EF4-FFF2-40B4-BE49-F238E27FC236}">
                <a16:creationId xmlns:a16="http://schemas.microsoft.com/office/drawing/2014/main" id="{D768A73C-AF31-40D0-8380-9E0CCFC4FB41}"/>
              </a:ext>
            </a:extLst>
          </p:cNvPr>
          <p:cNvSpPr>
            <a:spLocks xmlns:a="http://schemas.openxmlformats.org/drawingml/2006/main" noGrp="1"/>
          </p:cNvSpPr>
          <p:nvPr/>
        </p:nvSpPr>
        <p:spPr>
          <a:xfrm xmlns:a="http://schemas.openxmlformats.org/drawingml/2006/main">
            <a:off x="800526" y="3715710"/>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41" name="data-13">
            <a:extLst xmlns:a="http://schemas.openxmlformats.org/drawingml/2006/main">
              <a:ext uri="{FF2B5EF4-FFF2-40B4-BE49-F238E27FC236}">
                <a16:creationId xmlns:a16="http://schemas.microsoft.com/office/drawing/2014/main" id="{763E3F1A-9FAE-4927-98B3-E44180838A44}"/>
              </a:ext>
            </a:extLst>
          </p:cNvPr>
          <p:cNvSpPr>
            <a:spLocks xmlns:a="http://schemas.openxmlformats.org/drawingml/2006/main" noGrp="1"/>
          </p:cNvSpPr>
          <p:nvPr/>
        </p:nvSpPr>
        <p:spPr>
          <a:xfrm xmlns:a="http://schemas.openxmlformats.org/drawingml/2006/main">
            <a:off x="1644567" y="3438364"/>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42" name="data-14">
            <a:extLst xmlns:a="http://schemas.openxmlformats.org/drawingml/2006/main">
              <a:ext uri="{FF2B5EF4-FFF2-40B4-BE49-F238E27FC236}">
                <a16:creationId xmlns:a16="http://schemas.microsoft.com/office/drawing/2014/main" id="{4BA49D45-65B2-4942-8A04-429FD653F496}"/>
              </a:ext>
            </a:extLst>
          </p:cNvPr>
          <p:cNvSpPr>
            <a:spLocks xmlns:a="http://schemas.openxmlformats.org/drawingml/2006/main" noGrp="1"/>
          </p:cNvSpPr>
          <p:nvPr/>
        </p:nvSpPr>
        <p:spPr>
          <a:xfrm xmlns:a="http://schemas.openxmlformats.org/drawingml/2006/main">
            <a:off x="835609" y="3950551"/>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43" name="data-15">
            <a:extLst xmlns:a="http://schemas.openxmlformats.org/drawingml/2006/main">
              <a:ext uri="{FF2B5EF4-FFF2-40B4-BE49-F238E27FC236}">
                <a16:creationId xmlns:a16="http://schemas.microsoft.com/office/drawing/2014/main" id="{58C3FECF-95DE-4327-8819-B60877B4FD8A}"/>
              </a:ext>
            </a:extLst>
          </p:cNvPr>
          <p:cNvSpPr>
            <a:spLocks xmlns:a="http://schemas.openxmlformats.org/drawingml/2006/main" noGrp="1"/>
          </p:cNvSpPr>
          <p:nvPr/>
        </p:nvSpPr>
        <p:spPr>
          <a:xfrm xmlns:a="http://schemas.openxmlformats.org/drawingml/2006/main">
            <a:off x="1466710" y="3290082"/>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44" name="data-16">
            <a:extLst xmlns:a="http://schemas.openxmlformats.org/drawingml/2006/main">
              <a:ext uri="{FF2B5EF4-FFF2-40B4-BE49-F238E27FC236}">
                <a16:creationId xmlns:a16="http://schemas.microsoft.com/office/drawing/2014/main" id="{93C6721E-0438-48BC-A8E6-74BF3F416D42}"/>
              </a:ext>
            </a:extLst>
          </p:cNvPr>
          <p:cNvSpPr>
            <a:spLocks xmlns:a="http://schemas.openxmlformats.org/drawingml/2006/main" noGrp="1"/>
          </p:cNvSpPr>
          <p:nvPr/>
        </p:nvSpPr>
        <p:spPr>
          <a:xfrm xmlns:a="http://schemas.openxmlformats.org/drawingml/2006/main">
            <a:off x="1068527" y="3927271"/>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45" name="data-17">
            <a:extLst xmlns:a="http://schemas.openxmlformats.org/drawingml/2006/main">
              <a:ext uri="{FF2B5EF4-FFF2-40B4-BE49-F238E27FC236}">
                <a16:creationId xmlns:a16="http://schemas.microsoft.com/office/drawing/2014/main" id="{6DE4B6F1-9A4D-4C69-A0C6-4DB39B64BB01}"/>
              </a:ext>
            </a:extLst>
          </p:cNvPr>
          <p:cNvSpPr>
            <a:spLocks xmlns:a="http://schemas.openxmlformats.org/drawingml/2006/main" noGrp="1"/>
          </p:cNvSpPr>
          <p:nvPr/>
        </p:nvSpPr>
        <p:spPr>
          <a:xfrm xmlns:a="http://schemas.openxmlformats.org/drawingml/2006/main">
            <a:off x="1303742" y="3483032"/>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46" name="data-18">
            <a:extLst xmlns:a="http://schemas.openxmlformats.org/drawingml/2006/main">
              <a:ext uri="{FF2B5EF4-FFF2-40B4-BE49-F238E27FC236}">
                <a16:creationId xmlns:a16="http://schemas.microsoft.com/office/drawing/2014/main" id="{96202BE9-9464-4661-AB1D-B29B81C933E5}"/>
              </a:ext>
            </a:extLst>
          </p:cNvPr>
          <p:cNvSpPr>
            <a:spLocks xmlns:a="http://schemas.openxmlformats.org/drawingml/2006/main" noGrp="1"/>
          </p:cNvSpPr>
          <p:nvPr/>
        </p:nvSpPr>
        <p:spPr>
          <a:xfrm xmlns:a="http://schemas.openxmlformats.org/drawingml/2006/main">
            <a:off x="1067196" y="3658262"/>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47" name="data-19">
            <a:extLst xmlns:a="http://schemas.openxmlformats.org/drawingml/2006/main">
              <a:ext uri="{FF2B5EF4-FFF2-40B4-BE49-F238E27FC236}">
                <a16:creationId xmlns:a16="http://schemas.microsoft.com/office/drawing/2014/main" id="{F4953BCE-ADA1-4BD6-89F7-0BF27156DD44}"/>
              </a:ext>
            </a:extLst>
          </p:cNvPr>
          <p:cNvSpPr>
            <a:spLocks xmlns:a="http://schemas.openxmlformats.org/drawingml/2006/main" noGrp="1"/>
          </p:cNvSpPr>
          <p:nvPr/>
        </p:nvSpPr>
        <p:spPr>
          <a:xfrm xmlns:a="http://schemas.openxmlformats.org/drawingml/2006/main">
            <a:off x="1477667" y="3687140"/>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48" name="data-20">
            <a:extLst xmlns:a="http://schemas.openxmlformats.org/drawingml/2006/main">
              <a:ext uri="{FF2B5EF4-FFF2-40B4-BE49-F238E27FC236}">
                <a16:creationId xmlns:a16="http://schemas.microsoft.com/office/drawing/2014/main" id="{FE91831B-A47E-40CB-9B8E-4820A51A30C0}"/>
              </a:ext>
            </a:extLst>
          </p:cNvPr>
          <p:cNvSpPr>
            <a:spLocks xmlns:a="http://schemas.openxmlformats.org/drawingml/2006/main" noGrp="1"/>
          </p:cNvSpPr>
          <p:nvPr/>
        </p:nvSpPr>
        <p:spPr>
          <a:xfrm xmlns:a="http://schemas.openxmlformats.org/drawingml/2006/main">
            <a:off x="807980" y="3633694"/>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49" name="data-21">
            <a:extLst xmlns:a="http://schemas.openxmlformats.org/drawingml/2006/main">
              <a:ext uri="{FF2B5EF4-FFF2-40B4-BE49-F238E27FC236}">
                <a16:creationId xmlns:a16="http://schemas.microsoft.com/office/drawing/2014/main" id="{50BB76BF-3078-4444-AE68-483EA8F5FB86}"/>
              </a:ext>
            </a:extLst>
          </p:cNvPr>
          <p:cNvSpPr>
            <a:spLocks xmlns:a="http://schemas.openxmlformats.org/drawingml/2006/main" noGrp="1"/>
          </p:cNvSpPr>
          <p:nvPr/>
        </p:nvSpPr>
        <p:spPr>
          <a:xfrm xmlns:a="http://schemas.openxmlformats.org/drawingml/2006/main">
            <a:off x="1683777" y="3508689"/>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50" name="data-22">
            <a:extLst xmlns:a="http://schemas.openxmlformats.org/drawingml/2006/main">
              <a:ext uri="{FF2B5EF4-FFF2-40B4-BE49-F238E27FC236}">
                <a16:creationId xmlns:a16="http://schemas.microsoft.com/office/drawing/2014/main" id="{4FC0D37C-26D5-407C-96F7-9FDECD569B36}"/>
              </a:ext>
            </a:extLst>
          </p:cNvPr>
          <p:cNvSpPr>
            <a:spLocks xmlns:a="http://schemas.openxmlformats.org/drawingml/2006/main" noGrp="1"/>
          </p:cNvSpPr>
          <p:nvPr/>
        </p:nvSpPr>
        <p:spPr>
          <a:xfrm xmlns:a="http://schemas.openxmlformats.org/drawingml/2006/main">
            <a:off x="769256" y="3928563"/>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51" name="data-23">
            <a:extLst xmlns:a="http://schemas.openxmlformats.org/drawingml/2006/main">
              <a:ext uri="{FF2B5EF4-FFF2-40B4-BE49-F238E27FC236}">
                <a16:creationId xmlns:a16="http://schemas.microsoft.com/office/drawing/2014/main" id="{7D66F3A6-B4B7-44F5-B754-F794A6D7E1A5}"/>
              </a:ext>
            </a:extLst>
          </p:cNvPr>
          <p:cNvSpPr>
            <a:spLocks xmlns:a="http://schemas.openxmlformats.org/drawingml/2006/main" noGrp="1"/>
          </p:cNvSpPr>
          <p:nvPr/>
        </p:nvSpPr>
        <p:spPr>
          <a:xfrm xmlns:a="http://schemas.openxmlformats.org/drawingml/2006/main">
            <a:off x="1528836" y="3252669"/>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52" name="noise-label">
            <a:extLst xmlns:a="http://schemas.openxmlformats.org/drawingml/2006/main">
              <a:ext uri="{FF2B5EF4-FFF2-40B4-BE49-F238E27FC236}">
                <a16:creationId xmlns:a16="http://schemas.microsoft.com/office/drawing/2014/main" id="{5C6FC0F3-85CD-4DB9-91BC-F68D99D43CD0}"/>
              </a:ext>
            </a:extLst>
          </p:cNvPr>
          <p:cNvSpPr>
            <a:spLocks xmlns:a="http://schemas.openxmlformats.org/drawingml/2006/main" noGrp="1"/>
          </p:cNvSpPr>
          <p:nvPr/>
        </p:nvSpPr>
        <p:spPr>
          <a:xfrm xmlns:a="http://schemas.openxmlformats.org/drawingml/2006/main">
            <a:off x="552450" y="1590675"/>
            <a:ext cx="15240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4575AA"/>
                </a:solidFill>
                <a:latin typeface="Arial"/>
                <a:ea typeface="Arial"/>
                <a:cs typeface="Arial"/>
              </a:defRPr>
            </a:pPr>
            <a:r>
              <a:rPr sz="1800" b="1" i="0">
                <a:solidFill>
                  <a:srgbClr val="4575AA"/>
                </a:solidFill>
                <a:latin typeface="Arial"/>
                <a:ea typeface="Arial"/>
                <a:cs typeface="Arial"/>
              </a:rPr>
              <a:t>Noise  x₀</a:t>
            </a:r>
          </a:p>
        </p:txBody>
      </p:sp>
      <p:sp>
        <p:nvSpPr>
          <p:cNvPr id="53" name="data-label">
            <a:extLst xmlns:a="http://schemas.openxmlformats.org/drawingml/2006/main">
              <a:ext uri="{FF2B5EF4-FFF2-40B4-BE49-F238E27FC236}">
                <a16:creationId xmlns:a16="http://schemas.microsoft.com/office/drawing/2014/main" id="{9A664183-B150-4C22-8496-523790DC28F6}"/>
              </a:ext>
            </a:extLst>
          </p:cNvPr>
          <p:cNvSpPr>
            <a:spLocks xmlns:a="http://schemas.openxmlformats.org/drawingml/2006/main" noGrp="1"/>
          </p:cNvSpPr>
          <p:nvPr/>
        </p:nvSpPr>
        <p:spPr>
          <a:xfrm xmlns:a="http://schemas.openxmlformats.org/drawingml/2006/main">
            <a:off x="552450" y="3990975"/>
            <a:ext cx="17145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D98870"/>
                </a:solidFill>
                <a:latin typeface="Arial"/>
                <a:ea typeface="Arial"/>
                <a:cs typeface="Arial"/>
              </a:defRPr>
            </a:pPr>
            <a:r>
              <a:rPr sz="1800" b="1" i="0">
                <a:solidFill>
                  <a:srgbClr val="D98870"/>
                </a:solidFill>
                <a:latin typeface="Arial"/>
                <a:ea typeface="Arial"/>
                <a:cs typeface="Arial"/>
              </a:rPr>
              <a:t>Data  x₁ ∣ c</a:t>
            </a:r>
          </a:p>
        </p:txBody>
      </p:sp>
      <p:sp>
        <p:nvSpPr>
          <p:cNvPr id="54" name="noise-to-path">
            <a:extLst xmlns:a="http://schemas.openxmlformats.org/drawingml/2006/main">
              <a:ext uri="{FF2B5EF4-FFF2-40B4-BE49-F238E27FC236}">
                <a16:creationId xmlns:a16="http://schemas.microsoft.com/office/drawing/2014/main" id="{C5A291DB-3C07-48C8-B567-20BAE8D16B8B}"/>
              </a:ext>
            </a:extLst>
          </p:cNvPr>
          <p:cNvSpPr>
            <a:spLocks xmlns:a="http://schemas.openxmlformats.org/drawingml/2006/main" noGrp="1"/>
          </p:cNvSpPr>
          <p:nvPr/>
        </p:nvSpPr>
        <p:spPr>
          <a:xfrm xmlns:a="http://schemas.openxmlformats.org/drawingml/2006/main">
            <a:off x="1838325" y="2305050"/>
            <a:ext cx="895350" cy="495300"/>
          </a:xfrm>
          <a:custGeom xmlns:a="http://schemas.openxmlformats.org/drawingml/2006/main">
            <a:pathLst>
              <a:path w="895350" h="495300">
                <a:moveTo>
                  <a:pt x="0" y="0"/>
                </a:moveTo>
                <a:lnTo>
                  <a:pt x="400050" y="0"/>
                </a:lnTo>
                <a:lnTo>
                  <a:pt x="400050" y="495300"/>
                </a:lnTo>
                <a:lnTo>
                  <a:pt x="895350" y="495300"/>
                </a:lnTo>
              </a:path>
            </a:pathLst>
          </a:custGeom>
          <a:noFill xmlns:a="http://schemas.openxmlformats.org/drawingml/2006/main"/>
          <a:ln xmlns:a="http://schemas.openxmlformats.org/drawingml/2006/main" w="23813">
            <a:solidFill>
              <a:srgbClr val="24344F"/>
            </a:solidFill>
            <a:prstDash val="solid"/>
          </a:ln>
        </p:spPr>
      </p:sp>
      <p:sp>
        <p:nvSpPr>
          <p:cNvPr id="55" name="noise-to-path--arrow">
            <a:extLst xmlns:a="http://schemas.openxmlformats.org/drawingml/2006/main">
              <a:ext uri="{FF2B5EF4-FFF2-40B4-BE49-F238E27FC236}">
                <a16:creationId xmlns:a16="http://schemas.microsoft.com/office/drawing/2014/main" id="{5D29DCA3-D8EA-402E-9BE7-4E6807E32456}"/>
              </a:ext>
            </a:extLst>
          </p:cNvPr>
          <p:cNvSpPr>
            <a:spLocks xmlns:a="http://schemas.openxmlformats.org/drawingml/2006/main" noGrp="1"/>
          </p:cNvSpPr>
          <p:nvPr/>
        </p:nvSpPr>
        <p:spPr>
          <a:xfrm xmlns:a="http://schemas.openxmlformats.org/drawingml/2006/main">
            <a:off x="2614613" y="2749153"/>
            <a:ext cx="119063" cy="102394"/>
          </a:xfrm>
          <a:custGeom xmlns:a="http://schemas.openxmlformats.org/drawingml/2006/main">
            <a:pathLst>
              <a:path w="119063" h="102394">
                <a:moveTo>
                  <a:pt x="119063" y="51197"/>
                </a:moveTo>
                <a:lnTo>
                  <a:pt x="0" y="0"/>
                </a:lnTo>
                <a:lnTo>
                  <a:pt x="0" y="102394"/>
                </a:lnTo>
                <a:close/>
              </a:path>
            </a:pathLst>
          </a:custGeom>
          <a:solidFill xmlns:a="http://schemas.openxmlformats.org/drawingml/2006/main">
            <a:srgbClr val="24344F"/>
          </a:solidFill>
          <a:ln xmlns:a="http://schemas.openxmlformats.org/drawingml/2006/main" w="0">
            <a:noFill/>
            <a:prstDash val="solid"/>
          </a:ln>
        </p:spPr>
      </p:sp>
      <p:sp>
        <p:nvSpPr>
          <p:cNvPr id="56" name="data-to-path">
            <a:extLst xmlns:a="http://schemas.openxmlformats.org/drawingml/2006/main">
              <a:ext uri="{FF2B5EF4-FFF2-40B4-BE49-F238E27FC236}">
                <a16:creationId xmlns:a16="http://schemas.microsoft.com/office/drawing/2014/main" id="{85F22B49-8B8E-49E6-95F6-CECCB8646B45}"/>
              </a:ext>
            </a:extLst>
          </p:cNvPr>
          <p:cNvSpPr>
            <a:spLocks xmlns:a="http://schemas.openxmlformats.org/drawingml/2006/main" noGrp="1"/>
          </p:cNvSpPr>
          <p:nvPr/>
        </p:nvSpPr>
        <p:spPr>
          <a:xfrm xmlns:a="http://schemas.openxmlformats.org/drawingml/2006/main">
            <a:off x="1838325" y="3019425"/>
            <a:ext cx="895350" cy="647700"/>
          </a:xfrm>
          <a:custGeom xmlns:a="http://schemas.openxmlformats.org/drawingml/2006/main">
            <a:pathLst>
              <a:path w="895350" h="647700">
                <a:moveTo>
                  <a:pt x="0" y="647700"/>
                </a:moveTo>
                <a:lnTo>
                  <a:pt x="400050" y="647700"/>
                </a:lnTo>
                <a:lnTo>
                  <a:pt x="400050" y="0"/>
                </a:lnTo>
                <a:lnTo>
                  <a:pt x="895350" y="0"/>
                </a:lnTo>
              </a:path>
            </a:pathLst>
          </a:custGeom>
          <a:noFill xmlns:a="http://schemas.openxmlformats.org/drawingml/2006/main"/>
          <a:ln xmlns:a="http://schemas.openxmlformats.org/drawingml/2006/main" w="23813">
            <a:solidFill>
              <a:srgbClr val="24344F"/>
            </a:solidFill>
            <a:prstDash val="solid"/>
          </a:ln>
        </p:spPr>
      </p:sp>
      <p:sp>
        <p:nvSpPr>
          <p:cNvPr id="57" name="data-to-path--arrow">
            <a:extLst xmlns:a="http://schemas.openxmlformats.org/drawingml/2006/main">
              <a:ext uri="{FF2B5EF4-FFF2-40B4-BE49-F238E27FC236}">
                <a16:creationId xmlns:a16="http://schemas.microsoft.com/office/drawing/2014/main" id="{7061B186-9285-4E39-B25F-44257377AFAB}"/>
              </a:ext>
            </a:extLst>
          </p:cNvPr>
          <p:cNvSpPr>
            <a:spLocks xmlns:a="http://schemas.openxmlformats.org/drawingml/2006/main" noGrp="1"/>
          </p:cNvSpPr>
          <p:nvPr/>
        </p:nvSpPr>
        <p:spPr>
          <a:xfrm xmlns:a="http://schemas.openxmlformats.org/drawingml/2006/main">
            <a:off x="2614613" y="2968228"/>
            <a:ext cx="119063" cy="102394"/>
          </a:xfrm>
          <a:custGeom xmlns:a="http://schemas.openxmlformats.org/drawingml/2006/main">
            <a:pathLst>
              <a:path w="119063" h="102394">
                <a:moveTo>
                  <a:pt x="119063" y="51197"/>
                </a:moveTo>
                <a:lnTo>
                  <a:pt x="0" y="0"/>
                </a:lnTo>
                <a:lnTo>
                  <a:pt x="0" y="102394"/>
                </a:lnTo>
                <a:close/>
              </a:path>
            </a:pathLst>
          </a:custGeom>
          <a:solidFill xmlns:a="http://schemas.openxmlformats.org/drawingml/2006/main">
            <a:srgbClr val="24344F"/>
          </a:solidFill>
          <a:ln xmlns:a="http://schemas.openxmlformats.org/drawingml/2006/main" w="0">
            <a:noFill/>
            <a:prstDash val="solid"/>
          </a:ln>
        </p:spPr>
      </p:sp>
      <p:sp>
        <p:nvSpPr>
          <p:cNvPr id="58" name="interpolation-label">
            <a:extLst xmlns:a="http://schemas.openxmlformats.org/drawingml/2006/main">
              <a:ext uri="{FF2B5EF4-FFF2-40B4-BE49-F238E27FC236}">
                <a16:creationId xmlns:a16="http://schemas.microsoft.com/office/drawing/2014/main" id="{DDB57F8C-3C11-4350-A4AE-1693C031B080}"/>
              </a:ext>
            </a:extLst>
          </p:cNvPr>
          <p:cNvSpPr>
            <a:spLocks xmlns:a="http://schemas.openxmlformats.org/drawingml/2006/main" noGrp="1"/>
          </p:cNvSpPr>
          <p:nvPr/>
        </p:nvSpPr>
        <p:spPr>
          <a:xfrm xmlns:a="http://schemas.openxmlformats.org/drawingml/2006/main">
            <a:off x="2876550" y="1581150"/>
            <a:ext cx="371475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24344F"/>
                </a:solidFill>
                <a:latin typeface="Arial"/>
                <a:ea typeface="Arial"/>
                <a:cs typeface="Arial"/>
              </a:defRPr>
            </a:pPr>
            <a:r>
              <a:rPr sz="1800" b="1" i="0">
                <a:solidFill>
                  <a:srgbClr val="24344F"/>
                </a:solidFill>
                <a:latin typeface="Arial"/>
                <a:ea typeface="Arial"/>
                <a:cs typeface="Arial"/>
              </a:rPr>
              <a:t>Sample an intermediate state</a:t>
            </a:r>
          </a:p>
        </p:txBody>
      </p:sp>
      <p:sp>
        <p:nvSpPr>
          <p:cNvPr id="59" name="path-ground">
            <a:extLst xmlns:a="http://schemas.openxmlformats.org/drawingml/2006/main">
              <a:ext uri="{FF2B5EF4-FFF2-40B4-BE49-F238E27FC236}">
                <a16:creationId xmlns:a16="http://schemas.microsoft.com/office/drawing/2014/main" id="{0AC6FDB9-F26D-4D45-B4B1-C2E3E8AE54B6}"/>
              </a:ext>
            </a:extLst>
          </p:cNvPr>
          <p:cNvSpPr>
            <a:spLocks xmlns:a="http://schemas.openxmlformats.org/drawingml/2006/main" noGrp="1"/>
          </p:cNvSpPr>
          <p:nvPr/>
        </p:nvSpPr>
        <p:spPr>
          <a:xfrm xmlns:a="http://schemas.openxmlformats.org/drawingml/2006/main">
            <a:off x="2809875" y="2028825"/>
            <a:ext cx="3381375" cy="1752600"/>
          </a:xfrm>
          <a:prstGeom xmlns:a="http://schemas.openxmlformats.org/drawingml/2006/main" prst="rect">
            <a:avLst/>
          </a:prstGeom>
          <a:solidFill xmlns:a="http://schemas.openxmlformats.org/drawingml/2006/main">
            <a:srgbClr val="F7F8FB"/>
          </a:solidFill>
          <a:ln xmlns:a="http://schemas.openxmlformats.org/drawingml/2006/main" w="14288">
            <a:noFill/>
            <a:prstDash val="solid"/>
          </a:ln>
        </p:spPr>
      </p:sp>
      <p:sp>
        <p:nvSpPr>
          <p:cNvPr id="60" name="pair-0">
            <a:extLst xmlns:a="http://schemas.openxmlformats.org/drawingml/2006/main">
              <a:ext uri="{FF2B5EF4-FFF2-40B4-BE49-F238E27FC236}">
                <a16:creationId xmlns:a16="http://schemas.microsoft.com/office/drawing/2014/main" id="{C425F4F0-F448-4A3A-A504-7A6E811D2C4B}"/>
              </a:ext>
            </a:extLst>
          </p:cNvPr>
          <p:cNvSpPr>
            <a:spLocks xmlns:a="http://schemas.openxmlformats.org/drawingml/2006/main" noGrp="1"/>
          </p:cNvSpPr>
          <p:nvPr/>
        </p:nvSpPr>
        <p:spPr>
          <a:xfrm xmlns:a="http://schemas.openxmlformats.org/drawingml/2006/main">
            <a:off x="3114675" y="2276475"/>
            <a:ext cx="2695575" cy="95250"/>
          </a:xfrm>
          <a:custGeom xmlns:a="http://schemas.openxmlformats.org/drawingml/2006/main">
            <a:pathLst>
              <a:path w="2695575" h="95250">
                <a:moveTo>
                  <a:pt x="0" y="0"/>
                </a:moveTo>
                <a:lnTo>
                  <a:pt x="2695575" y="95250"/>
                </a:lnTo>
              </a:path>
            </a:pathLst>
          </a:custGeom>
          <a:noFill xmlns:a="http://schemas.openxmlformats.org/drawingml/2006/main"/>
          <a:ln xmlns:a="http://schemas.openxmlformats.org/drawingml/2006/main" w="17145">
            <a:solidFill>
              <a:srgbClr val="BBC5D5"/>
            </a:solidFill>
            <a:prstDash val="solid"/>
          </a:ln>
        </p:spPr>
      </p:sp>
      <p:sp>
        <p:nvSpPr>
          <p:cNvPr id="61" name="pair-noise-0">
            <a:extLst xmlns:a="http://schemas.openxmlformats.org/drawingml/2006/main">
              <a:ext uri="{FF2B5EF4-FFF2-40B4-BE49-F238E27FC236}">
                <a16:creationId xmlns:a16="http://schemas.microsoft.com/office/drawing/2014/main" id="{4AEA2E49-D196-4F00-B368-077CBFAF362E}"/>
              </a:ext>
            </a:extLst>
          </p:cNvPr>
          <p:cNvSpPr>
            <a:spLocks xmlns:a="http://schemas.openxmlformats.org/drawingml/2006/main" noGrp="1"/>
          </p:cNvSpPr>
          <p:nvPr/>
        </p:nvSpPr>
        <p:spPr>
          <a:xfrm xmlns:a="http://schemas.openxmlformats.org/drawingml/2006/main">
            <a:off x="3062288" y="2224088"/>
            <a:ext cx="104775" cy="10477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62" name="pair-data-0">
            <a:extLst xmlns:a="http://schemas.openxmlformats.org/drawingml/2006/main">
              <a:ext uri="{FF2B5EF4-FFF2-40B4-BE49-F238E27FC236}">
                <a16:creationId xmlns:a16="http://schemas.microsoft.com/office/drawing/2014/main" id="{5F2D36B4-A560-4B87-AE66-AB8B5CA2565C}"/>
              </a:ext>
            </a:extLst>
          </p:cNvPr>
          <p:cNvSpPr>
            <a:spLocks xmlns:a="http://schemas.openxmlformats.org/drawingml/2006/main" noGrp="1"/>
          </p:cNvSpPr>
          <p:nvPr/>
        </p:nvSpPr>
        <p:spPr>
          <a:xfrm xmlns:a="http://schemas.openxmlformats.org/drawingml/2006/main">
            <a:off x="5757863" y="2319338"/>
            <a:ext cx="104775" cy="10477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63" name="intermediate-0">
            <a:extLst xmlns:a="http://schemas.openxmlformats.org/drawingml/2006/main">
              <a:ext uri="{FF2B5EF4-FFF2-40B4-BE49-F238E27FC236}">
                <a16:creationId xmlns:a16="http://schemas.microsoft.com/office/drawing/2014/main" id="{5AF0CD9B-1608-4B97-9253-C978FE6A4FBE}"/>
              </a:ext>
            </a:extLst>
          </p:cNvPr>
          <p:cNvSpPr>
            <a:spLocks xmlns:a="http://schemas.openxmlformats.org/drawingml/2006/main" noGrp="1"/>
          </p:cNvSpPr>
          <p:nvPr/>
        </p:nvSpPr>
        <p:spPr>
          <a:xfrm xmlns:a="http://schemas.openxmlformats.org/drawingml/2006/main">
            <a:off x="4346639" y="2260283"/>
            <a:ext cx="123825" cy="123825"/>
          </a:xfrm>
          <a:prstGeom xmlns:a="http://schemas.openxmlformats.org/drawingml/2006/main" prst="ellipse">
            <a:avLst/>
          </a:prstGeom>
          <a:solidFill xmlns:a="http://schemas.openxmlformats.org/drawingml/2006/main">
            <a:srgbClr val="7968B0"/>
          </a:solidFill>
          <a:ln xmlns:a="http://schemas.openxmlformats.org/drawingml/2006/main" w="11430">
            <a:solidFill>
              <a:srgbClr val="FFFFFF"/>
            </a:solidFill>
            <a:prstDash val="solid"/>
          </a:ln>
        </p:spPr>
      </p:sp>
      <p:sp>
        <p:nvSpPr>
          <p:cNvPr id="64" name="pair-1">
            <a:extLst xmlns:a="http://schemas.openxmlformats.org/drawingml/2006/main">
              <a:ext uri="{FF2B5EF4-FFF2-40B4-BE49-F238E27FC236}">
                <a16:creationId xmlns:a16="http://schemas.microsoft.com/office/drawing/2014/main" id="{6B11A9BF-89FB-4955-B7F2-40724802EC71}"/>
              </a:ext>
            </a:extLst>
          </p:cNvPr>
          <p:cNvSpPr>
            <a:spLocks xmlns:a="http://schemas.openxmlformats.org/drawingml/2006/main" noGrp="1"/>
          </p:cNvSpPr>
          <p:nvPr/>
        </p:nvSpPr>
        <p:spPr>
          <a:xfrm xmlns:a="http://schemas.openxmlformats.org/drawingml/2006/main">
            <a:off x="3257550" y="2562225"/>
            <a:ext cx="2476500" cy="76200"/>
          </a:xfrm>
          <a:custGeom xmlns:a="http://schemas.openxmlformats.org/drawingml/2006/main">
            <a:pathLst>
              <a:path w="2476500" h="76200">
                <a:moveTo>
                  <a:pt x="0" y="0"/>
                </a:moveTo>
                <a:lnTo>
                  <a:pt x="2476500" y="76200"/>
                </a:lnTo>
              </a:path>
            </a:pathLst>
          </a:custGeom>
          <a:noFill xmlns:a="http://schemas.openxmlformats.org/drawingml/2006/main"/>
          <a:ln xmlns:a="http://schemas.openxmlformats.org/drawingml/2006/main" w="17145">
            <a:solidFill>
              <a:srgbClr val="BBC5D5"/>
            </a:solidFill>
            <a:prstDash val="solid"/>
          </a:ln>
        </p:spPr>
      </p:sp>
      <p:sp>
        <p:nvSpPr>
          <p:cNvPr id="65" name="pair-noise-1">
            <a:extLst xmlns:a="http://schemas.openxmlformats.org/drawingml/2006/main">
              <a:ext uri="{FF2B5EF4-FFF2-40B4-BE49-F238E27FC236}">
                <a16:creationId xmlns:a16="http://schemas.microsoft.com/office/drawing/2014/main" id="{A21F9ADF-7D1C-43AD-8A06-4FA3BE3FB9D1}"/>
              </a:ext>
            </a:extLst>
          </p:cNvPr>
          <p:cNvSpPr>
            <a:spLocks xmlns:a="http://schemas.openxmlformats.org/drawingml/2006/main" noGrp="1"/>
          </p:cNvSpPr>
          <p:nvPr/>
        </p:nvSpPr>
        <p:spPr>
          <a:xfrm xmlns:a="http://schemas.openxmlformats.org/drawingml/2006/main">
            <a:off x="3205163" y="2509838"/>
            <a:ext cx="104775" cy="10477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66" name="pair-data-1">
            <a:extLst xmlns:a="http://schemas.openxmlformats.org/drawingml/2006/main">
              <a:ext uri="{FF2B5EF4-FFF2-40B4-BE49-F238E27FC236}">
                <a16:creationId xmlns:a16="http://schemas.microsoft.com/office/drawing/2014/main" id="{4E104C67-844B-40F2-B168-E8FBEEB535C7}"/>
              </a:ext>
            </a:extLst>
          </p:cNvPr>
          <p:cNvSpPr>
            <a:spLocks xmlns:a="http://schemas.openxmlformats.org/drawingml/2006/main" noGrp="1"/>
          </p:cNvSpPr>
          <p:nvPr/>
        </p:nvSpPr>
        <p:spPr>
          <a:xfrm xmlns:a="http://schemas.openxmlformats.org/drawingml/2006/main">
            <a:off x="5681663" y="2586038"/>
            <a:ext cx="104775" cy="10477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67" name="intermediate-1">
            <a:extLst xmlns:a="http://schemas.openxmlformats.org/drawingml/2006/main">
              <a:ext uri="{FF2B5EF4-FFF2-40B4-BE49-F238E27FC236}">
                <a16:creationId xmlns:a16="http://schemas.microsoft.com/office/drawing/2014/main" id="{9116C388-2575-4220-8F76-E02ED9EAC84C}"/>
              </a:ext>
            </a:extLst>
          </p:cNvPr>
          <p:cNvSpPr>
            <a:spLocks xmlns:a="http://schemas.openxmlformats.org/drawingml/2006/main" noGrp="1"/>
          </p:cNvSpPr>
          <p:nvPr/>
        </p:nvSpPr>
        <p:spPr>
          <a:xfrm xmlns:a="http://schemas.openxmlformats.org/drawingml/2006/main">
            <a:off x="4384358" y="2536889"/>
            <a:ext cx="123825" cy="123825"/>
          </a:xfrm>
          <a:prstGeom xmlns:a="http://schemas.openxmlformats.org/drawingml/2006/main" prst="ellipse">
            <a:avLst/>
          </a:prstGeom>
          <a:solidFill xmlns:a="http://schemas.openxmlformats.org/drawingml/2006/main">
            <a:srgbClr val="7968B0"/>
          </a:solidFill>
          <a:ln xmlns:a="http://schemas.openxmlformats.org/drawingml/2006/main" w="11430">
            <a:solidFill>
              <a:srgbClr val="FFFFFF"/>
            </a:solidFill>
            <a:prstDash val="solid"/>
          </a:ln>
        </p:spPr>
      </p:sp>
      <p:sp>
        <p:nvSpPr>
          <p:cNvPr id="68" name="pair-2">
            <a:extLst xmlns:a="http://schemas.openxmlformats.org/drawingml/2006/main">
              <a:ext uri="{FF2B5EF4-FFF2-40B4-BE49-F238E27FC236}">
                <a16:creationId xmlns:a16="http://schemas.microsoft.com/office/drawing/2014/main" id="{AA46C98B-60A4-4397-99E2-67696B46C06F}"/>
              </a:ext>
            </a:extLst>
          </p:cNvPr>
          <p:cNvSpPr>
            <a:spLocks xmlns:a="http://schemas.openxmlformats.org/drawingml/2006/main" noGrp="1"/>
          </p:cNvSpPr>
          <p:nvPr/>
        </p:nvSpPr>
        <p:spPr>
          <a:xfrm xmlns:a="http://schemas.openxmlformats.org/drawingml/2006/main">
            <a:off x="3114675" y="2847975"/>
            <a:ext cx="2543175" cy="57150"/>
          </a:xfrm>
          <a:custGeom xmlns:a="http://schemas.openxmlformats.org/drawingml/2006/main">
            <a:pathLst>
              <a:path w="2543175" h="57150">
                <a:moveTo>
                  <a:pt x="0" y="0"/>
                </a:moveTo>
                <a:lnTo>
                  <a:pt x="2543175" y="57150"/>
                </a:lnTo>
              </a:path>
            </a:pathLst>
          </a:custGeom>
          <a:noFill xmlns:a="http://schemas.openxmlformats.org/drawingml/2006/main"/>
          <a:ln xmlns:a="http://schemas.openxmlformats.org/drawingml/2006/main" w="17145">
            <a:solidFill>
              <a:srgbClr val="BBC5D5"/>
            </a:solidFill>
            <a:prstDash val="solid"/>
          </a:ln>
        </p:spPr>
      </p:sp>
      <p:sp>
        <p:nvSpPr>
          <p:cNvPr id="69" name="pair-noise-2">
            <a:extLst xmlns:a="http://schemas.openxmlformats.org/drawingml/2006/main">
              <a:ext uri="{FF2B5EF4-FFF2-40B4-BE49-F238E27FC236}">
                <a16:creationId xmlns:a16="http://schemas.microsoft.com/office/drawing/2014/main" id="{F9780DDB-157F-4FEE-9B98-A2676127DF6E}"/>
              </a:ext>
            </a:extLst>
          </p:cNvPr>
          <p:cNvSpPr>
            <a:spLocks xmlns:a="http://schemas.openxmlformats.org/drawingml/2006/main" noGrp="1"/>
          </p:cNvSpPr>
          <p:nvPr/>
        </p:nvSpPr>
        <p:spPr>
          <a:xfrm xmlns:a="http://schemas.openxmlformats.org/drawingml/2006/main">
            <a:off x="3062288" y="2795588"/>
            <a:ext cx="104775" cy="10477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70" name="pair-data-2">
            <a:extLst xmlns:a="http://schemas.openxmlformats.org/drawingml/2006/main">
              <a:ext uri="{FF2B5EF4-FFF2-40B4-BE49-F238E27FC236}">
                <a16:creationId xmlns:a16="http://schemas.microsoft.com/office/drawing/2014/main" id="{36D15A9C-C701-487C-A40E-7F32E5DE274D}"/>
              </a:ext>
            </a:extLst>
          </p:cNvPr>
          <p:cNvSpPr>
            <a:spLocks xmlns:a="http://schemas.openxmlformats.org/drawingml/2006/main" noGrp="1"/>
          </p:cNvSpPr>
          <p:nvPr/>
        </p:nvSpPr>
        <p:spPr>
          <a:xfrm xmlns:a="http://schemas.openxmlformats.org/drawingml/2006/main">
            <a:off x="5605463" y="2852738"/>
            <a:ext cx="104775" cy="10477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71" name="intermediate-2">
            <a:extLst xmlns:a="http://schemas.openxmlformats.org/drawingml/2006/main">
              <a:ext uri="{FF2B5EF4-FFF2-40B4-BE49-F238E27FC236}">
                <a16:creationId xmlns:a16="http://schemas.microsoft.com/office/drawing/2014/main" id="{5FDD6760-EF45-4426-8B88-F0555F54882B}"/>
              </a:ext>
            </a:extLst>
          </p:cNvPr>
          <p:cNvSpPr>
            <a:spLocks xmlns:a="http://schemas.openxmlformats.org/drawingml/2006/main" noGrp="1"/>
          </p:cNvSpPr>
          <p:nvPr/>
        </p:nvSpPr>
        <p:spPr>
          <a:xfrm xmlns:a="http://schemas.openxmlformats.org/drawingml/2006/main">
            <a:off x="4273487" y="2813495"/>
            <a:ext cx="123825" cy="123825"/>
          </a:xfrm>
          <a:prstGeom xmlns:a="http://schemas.openxmlformats.org/drawingml/2006/main" prst="ellipse">
            <a:avLst/>
          </a:prstGeom>
          <a:solidFill xmlns:a="http://schemas.openxmlformats.org/drawingml/2006/main">
            <a:srgbClr val="7968B0"/>
          </a:solidFill>
          <a:ln xmlns:a="http://schemas.openxmlformats.org/drawingml/2006/main" w="11430">
            <a:solidFill>
              <a:srgbClr val="FFFFFF"/>
            </a:solidFill>
            <a:prstDash val="solid"/>
          </a:ln>
        </p:spPr>
      </p:sp>
      <p:sp>
        <p:nvSpPr>
          <p:cNvPr id="72" name="pair-3">
            <a:extLst xmlns:a="http://schemas.openxmlformats.org/drawingml/2006/main">
              <a:ext uri="{FF2B5EF4-FFF2-40B4-BE49-F238E27FC236}">
                <a16:creationId xmlns:a16="http://schemas.microsoft.com/office/drawing/2014/main" id="{770A09DE-1717-4BF0-A735-815F0138E4F3}"/>
              </a:ext>
            </a:extLst>
          </p:cNvPr>
          <p:cNvSpPr>
            <a:spLocks xmlns:a="http://schemas.openxmlformats.org/drawingml/2006/main" noGrp="1"/>
          </p:cNvSpPr>
          <p:nvPr/>
        </p:nvSpPr>
        <p:spPr>
          <a:xfrm xmlns:a="http://schemas.openxmlformats.org/drawingml/2006/main">
            <a:off x="3257550" y="3133725"/>
            <a:ext cx="2552700" cy="38100"/>
          </a:xfrm>
          <a:custGeom xmlns:a="http://schemas.openxmlformats.org/drawingml/2006/main">
            <a:pathLst>
              <a:path w="2552700" h="38100">
                <a:moveTo>
                  <a:pt x="0" y="0"/>
                </a:moveTo>
                <a:lnTo>
                  <a:pt x="2552700" y="38100"/>
                </a:lnTo>
              </a:path>
            </a:pathLst>
          </a:custGeom>
          <a:noFill xmlns:a="http://schemas.openxmlformats.org/drawingml/2006/main"/>
          <a:ln xmlns:a="http://schemas.openxmlformats.org/drawingml/2006/main" w="17145">
            <a:solidFill>
              <a:srgbClr val="BBC5D5"/>
            </a:solidFill>
            <a:prstDash val="solid"/>
          </a:ln>
        </p:spPr>
      </p:sp>
      <p:sp>
        <p:nvSpPr>
          <p:cNvPr id="73" name="pair-noise-3">
            <a:extLst xmlns:a="http://schemas.openxmlformats.org/drawingml/2006/main">
              <a:ext uri="{FF2B5EF4-FFF2-40B4-BE49-F238E27FC236}">
                <a16:creationId xmlns:a16="http://schemas.microsoft.com/office/drawing/2014/main" id="{CD538370-523F-48F1-9E60-5238E59FE057}"/>
              </a:ext>
            </a:extLst>
          </p:cNvPr>
          <p:cNvSpPr>
            <a:spLocks xmlns:a="http://schemas.openxmlformats.org/drawingml/2006/main" noGrp="1"/>
          </p:cNvSpPr>
          <p:nvPr/>
        </p:nvSpPr>
        <p:spPr>
          <a:xfrm xmlns:a="http://schemas.openxmlformats.org/drawingml/2006/main">
            <a:off x="3205163" y="3081338"/>
            <a:ext cx="104775" cy="10477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74" name="pair-data-3">
            <a:extLst xmlns:a="http://schemas.openxmlformats.org/drawingml/2006/main">
              <a:ext uri="{FF2B5EF4-FFF2-40B4-BE49-F238E27FC236}">
                <a16:creationId xmlns:a16="http://schemas.microsoft.com/office/drawing/2014/main" id="{650A9689-2B01-49E4-BE0B-59074A846298}"/>
              </a:ext>
            </a:extLst>
          </p:cNvPr>
          <p:cNvSpPr>
            <a:spLocks xmlns:a="http://schemas.openxmlformats.org/drawingml/2006/main" noGrp="1"/>
          </p:cNvSpPr>
          <p:nvPr/>
        </p:nvSpPr>
        <p:spPr>
          <a:xfrm xmlns:a="http://schemas.openxmlformats.org/drawingml/2006/main">
            <a:off x="5757863" y="3119438"/>
            <a:ext cx="104775" cy="10477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75" name="intermediate-3">
            <a:extLst xmlns:a="http://schemas.openxmlformats.org/drawingml/2006/main">
              <a:ext uri="{FF2B5EF4-FFF2-40B4-BE49-F238E27FC236}">
                <a16:creationId xmlns:a16="http://schemas.microsoft.com/office/drawing/2014/main" id="{EE472BD1-9424-47C6-95E9-844A4605461B}"/>
              </a:ext>
            </a:extLst>
          </p:cNvPr>
          <p:cNvSpPr>
            <a:spLocks xmlns:a="http://schemas.openxmlformats.org/drawingml/2006/main" noGrp="1"/>
          </p:cNvSpPr>
          <p:nvPr/>
        </p:nvSpPr>
        <p:spPr>
          <a:xfrm xmlns:a="http://schemas.openxmlformats.org/drawingml/2006/main">
            <a:off x="4420934" y="3090101"/>
            <a:ext cx="123825" cy="123825"/>
          </a:xfrm>
          <a:prstGeom xmlns:a="http://schemas.openxmlformats.org/drawingml/2006/main" prst="ellipse">
            <a:avLst/>
          </a:prstGeom>
          <a:solidFill xmlns:a="http://schemas.openxmlformats.org/drawingml/2006/main">
            <a:srgbClr val="7968B0"/>
          </a:solidFill>
          <a:ln xmlns:a="http://schemas.openxmlformats.org/drawingml/2006/main" w="11430">
            <a:solidFill>
              <a:srgbClr val="FFFFFF"/>
            </a:solidFill>
            <a:prstDash val="solid"/>
          </a:ln>
        </p:spPr>
      </p:sp>
      <p:sp>
        <p:nvSpPr>
          <p:cNvPr id="76" name="pair-4">
            <a:extLst xmlns:a="http://schemas.openxmlformats.org/drawingml/2006/main">
              <a:ext uri="{FF2B5EF4-FFF2-40B4-BE49-F238E27FC236}">
                <a16:creationId xmlns:a16="http://schemas.microsoft.com/office/drawing/2014/main" id="{F81AA214-EFA7-4E52-94D9-49F2CFD7ECFF}"/>
              </a:ext>
            </a:extLst>
          </p:cNvPr>
          <p:cNvSpPr>
            <a:spLocks xmlns:a="http://schemas.openxmlformats.org/drawingml/2006/main" noGrp="1"/>
          </p:cNvSpPr>
          <p:nvPr/>
        </p:nvSpPr>
        <p:spPr>
          <a:xfrm xmlns:a="http://schemas.openxmlformats.org/drawingml/2006/main">
            <a:off x="3114675" y="3419475"/>
            <a:ext cx="2619375" cy="19050"/>
          </a:xfrm>
          <a:custGeom xmlns:a="http://schemas.openxmlformats.org/drawingml/2006/main">
            <a:pathLst>
              <a:path w="2619375" h="19050">
                <a:moveTo>
                  <a:pt x="0" y="0"/>
                </a:moveTo>
                <a:lnTo>
                  <a:pt x="2619375" y="19050"/>
                </a:lnTo>
              </a:path>
            </a:pathLst>
          </a:custGeom>
          <a:noFill xmlns:a="http://schemas.openxmlformats.org/drawingml/2006/main"/>
          <a:ln xmlns:a="http://schemas.openxmlformats.org/drawingml/2006/main" w="17145">
            <a:solidFill>
              <a:srgbClr val="BBC5D5"/>
            </a:solidFill>
            <a:prstDash val="solid"/>
          </a:ln>
        </p:spPr>
      </p:sp>
      <p:sp>
        <p:nvSpPr>
          <p:cNvPr id="77" name="pair-noise-4">
            <a:extLst xmlns:a="http://schemas.openxmlformats.org/drawingml/2006/main">
              <a:ext uri="{FF2B5EF4-FFF2-40B4-BE49-F238E27FC236}">
                <a16:creationId xmlns:a16="http://schemas.microsoft.com/office/drawing/2014/main" id="{FF9CD27C-FB27-4450-A324-73BE11FE8A70}"/>
              </a:ext>
            </a:extLst>
          </p:cNvPr>
          <p:cNvSpPr>
            <a:spLocks xmlns:a="http://schemas.openxmlformats.org/drawingml/2006/main" noGrp="1"/>
          </p:cNvSpPr>
          <p:nvPr/>
        </p:nvSpPr>
        <p:spPr>
          <a:xfrm xmlns:a="http://schemas.openxmlformats.org/drawingml/2006/main">
            <a:off x="3062288" y="3367088"/>
            <a:ext cx="104775" cy="10477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78" name="pair-data-4">
            <a:extLst xmlns:a="http://schemas.openxmlformats.org/drawingml/2006/main">
              <a:ext uri="{FF2B5EF4-FFF2-40B4-BE49-F238E27FC236}">
                <a16:creationId xmlns:a16="http://schemas.microsoft.com/office/drawing/2014/main" id="{FA0BEB4E-F138-4881-A3C9-1CF31E206478}"/>
              </a:ext>
            </a:extLst>
          </p:cNvPr>
          <p:cNvSpPr>
            <a:spLocks xmlns:a="http://schemas.openxmlformats.org/drawingml/2006/main" noGrp="1"/>
          </p:cNvSpPr>
          <p:nvPr/>
        </p:nvSpPr>
        <p:spPr>
          <a:xfrm xmlns:a="http://schemas.openxmlformats.org/drawingml/2006/main">
            <a:off x="5681663" y="3386138"/>
            <a:ext cx="104775" cy="10477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79" name="intermediate-4">
            <a:extLst xmlns:a="http://schemas.openxmlformats.org/drawingml/2006/main">
              <a:ext uri="{FF2B5EF4-FFF2-40B4-BE49-F238E27FC236}">
                <a16:creationId xmlns:a16="http://schemas.microsoft.com/office/drawing/2014/main" id="{63F83B14-3C2E-4D4C-B032-5FE655FB1EAB}"/>
              </a:ext>
            </a:extLst>
          </p:cNvPr>
          <p:cNvSpPr>
            <a:spLocks xmlns:a="http://schemas.openxmlformats.org/drawingml/2006/main" noGrp="1"/>
          </p:cNvSpPr>
          <p:nvPr/>
        </p:nvSpPr>
        <p:spPr>
          <a:xfrm xmlns:a="http://schemas.openxmlformats.org/drawingml/2006/main">
            <a:off x="4310063" y="3366707"/>
            <a:ext cx="123825" cy="123825"/>
          </a:xfrm>
          <a:prstGeom xmlns:a="http://schemas.openxmlformats.org/drawingml/2006/main" prst="ellipse">
            <a:avLst/>
          </a:prstGeom>
          <a:solidFill xmlns:a="http://schemas.openxmlformats.org/drawingml/2006/main">
            <a:srgbClr val="7968B0"/>
          </a:solidFill>
          <a:ln xmlns:a="http://schemas.openxmlformats.org/drawingml/2006/main" w="11430">
            <a:solidFill>
              <a:srgbClr val="FFFFFF"/>
            </a:solidFill>
            <a:prstDash val="solid"/>
          </a:ln>
        </p:spPr>
      </p:sp>
      <p:sp>
        <p:nvSpPr>
          <p:cNvPr id="80" name="path-equation">
            <a:extLst xmlns:a="http://schemas.openxmlformats.org/drawingml/2006/main">
              <a:ext uri="{FF2B5EF4-FFF2-40B4-BE49-F238E27FC236}">
                <a16:creationId xmlns:a16="http://schemas.microsoft.com/office/drawing/2014/main" id="{4ACF1F9B-B506-46F6-8D53-2230E38250D8}"/>
              </a:ext>
            </a:extLst>
          </p:cNvPr>
          <p:cNvSpPr>
            <a:spLocks xmlns:a="http://schemas.openxmlformats.org/drawingml/2006/main" noGrp="1"/>
          </p:cNvSpPr>
          <p:nvPr/>
        </p:nvSpPr>
        <p:spPr>
          <a:xfrm xmlns:a="http://schemas.openxmlformats.org/drawingml/2006/main">
            <a:off x="2952750" y="3943350"/>
            <a:ext cx="438150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4344F"/>
                </a:solidFill>
                <a:latin typeface="Arial"/>
                <a:ea typeface="Arial"/>
                <a:cs typeface="Arial"/>
              </a:defRPr>
            </a:pPr>
            <a:r>
              <a:rPr sz="1950" b="0" i="0">
                <a:solidFill>
                  <a:srgbClr val="24344F"/>
                </a:solidFill>
                <a:latin typeface="Arial"/>
                <a:ea typeface="Arial"/>
                <a:cs typeface="Arial"/>
              </a:rPr>
              <a:t>xₜ = (1 − t)x₀ + tx₁</a:t>
            </a:r>
          </a:p>
        </p:txBody>
      </p:sp>
      <p:sp>
        <p:nvSpPr>
          <p:cNvPr id="81" name="state-to-field">
            <a:extLst xmlns:a="http://schemas.openxmlformats.org/drawingml/2006/main">
              <a:ext uri="{FF2B5EF4-FFF2-40B4-BE49-F238E27FC236}">
                <a16:creationId xmlns:a16="http://schemas.microsoft.com/office/drawing/2014/main" id="{65C38C3D-56DF-4386-8E5F-04D1B2C4DFFE}"/>
              </a:ext>
            </a:extLst>
          </p:cNvPr>
          <p:cNvSpPr>
            <a:spLocks xmlns:a="http://schemas.openxmlformats.org/drawingml/2006/main" noGrp="1"/>
          </p:cNvSpPr>
          <p:nvPr/>
        </p:nvSpPr>
        <p:spPr>
          <a:xfrm xmlns:a="http://schemas.openxmlformats.org/drawingml/2006/main">
            <a:off x="6191250" y="2914650"/>
            <a:ext cx="923925" cy="95"/>
          </a:xfrm>
          <a:custGeom xmlns:a="http://schemas.openxmlformats.org/drawingml/2006/main">
            <a:pathLst>
              <a:path w="923925" h="95">
                <a:moveTo>
                  <a:pt x="0" y="0"/>
                </a:moveTo>
                <a:lnTo>
                  <a:pt x="923925" y="0"/>
                </a:lnTo>
              </a:path>
            </a:pathLst>
          </a:custGeom>
          <a:noFill xmlns:a="http://schemas.openxmlformats.org/drawingml/2006/main"/>
          <a:ln xmlns:a="http://schemas.openxmlformats.org/drawingml/2006/main" w="24765">
            <a:solidFill>
              <a:srgbClr val="24344F"/>
            </a:solidFill>
            <a:prstDash val="solid"/>
          </a:ln>
        </p:spPr>
      </p:sp>
      <p:sp>
        <p:nvSpPr>
          <p:cNvPr id="82" name="state-to-field--arrow">
            <a:extLst xmlns:a="http://schemas.openxmlformats.org/drawingml/2006/main">
              <a:ext uri="{FF2B5EF4-FFF2-40B4-BE49-F238E27FC236}">
                <a16:creationId xmlns:a16="http://schemas.microsoft.com/office/drawing/2014/main" id="{02B9F037-3E3C-4ACD-8258-7A17C9A3F119}"/>
              </a:ext>
            </a:extLst>
          </p:cNvPr>
          <p:cNvSpPr>
            <a:spLocks xmlns:a="http://schemas.openxmlformats.org/drawingml/2006/main" noGrp="1"/>
          </p:cNvSpPr>
          <p:nvPr/>
        </p:nvSpPr>
        <p:spPr>
          <a:xfrm xmlns:a="http://schemas.openxmlformats.org/drawingml/2006/main">
            <a:off x="6995160" y="2863044"/>
            <a:ext cx="120015" cy="103213"/>
          </a:xfrm>
          <a:custGeom xmlns:a="http://schemas.openxmlformats.org/drawingml/2006/main">
            <a:pathLst>
              <a:path w="120015" h="103213">
                <a:moveTo>
                  <a:pt x="120015" y="51606"/>
                </a:moveTo>
                <a:lnTo>
                  <a:pt x="0" y="0"/>
                </a:lnTo>
                <a:lnTo>
                  <a:pt x="0" y="103213"/>
                </a:lnTo>
                <a:close/>
              </a:path>
            </a:pathLst>
          </a:custGeom>
          <a:solidFill xmlns:a="http://schemas.openxmlformats.org/drawingml/2006/main">
            <a:srgbClr val="24344F"/>
          </a:solidFill>
          <a:ln xmlns:a="http://schemas.openxmlformats.org/drawingml/2006/main" w="0">
            <a:noFill/>
            <a:prstDash val="solid"/>
          </a:ln>
        </p:spPr>
      </p:sp>
      <p:sp>
        <p:nvSpPr>
          <p:cNvPr id="83" name="state-arrow-label">
            <a:extLst xmlns:a="http://schemas.openxmlformats.org/drawingml/2006/main">
              <a:ext uri="{FF2B5EF4-FFF2-40B4-BE49-F238E27FC236}">
                <a16:creationId xmlns:a16="http://schemas.microsoft.com/office/drawing/2014/main" id="{0312B27B-EF04-48F4-9567-1D8F8AAB3092}"/>
              </a:ext>
            </a:extLst>
          </p:cNvPr>
          <p:cNvSpPr>
            <a:spLocks xmlns:a="http://schemas.openxmlformats.org/drawingml/2006/main" noGrp="1"/>
          </p:cNvSpPr>
          <p:nvPr/>
        </p:nvSpPr>
        <p:spPr>
          <a:xfrm xmlns:a="http://schemas.openxmlformats.org/drawingml/2006/main">
            <a:off x="6448425" y="2543175"/>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7968B0"/>
                </a:solidFill>
                <a:latin typeface="Arial"/>
                <a:ea typeface="Arial"/>
                <a:cs typeface="Arial"/>
              </a:defRPr>
            </a:pPr>
            <a:r>
              <a:rPr sz="2025" b="1" i="0">
                <a:solidFill>
                  <a:srgbClr val="7968B0"/>
                </a:solidFill>
                <a:latin typeface="Arial"/>
                <a:ea typeface="Arial"/>
                <a:cs typeface="Arial"/>
              </a:rPr>
              <a:t>xₜ</a:t>
            </a:r>
          </a:p>
        </p:txBody>
      </p:sp>
      <p:sp>
        <p:nvSpPr>
          <p:cNvPr id="84" name="velocity-network">
            <a:extLst xmlns:a="http://schemas.openxmlformats.org/drawingml/2006/main">
              <a:ext uri="{FF2B5EF4-FFF2-40B4-BE49-F238E27FC236}">
                <a16:creationId xmlns:a16="http://schemas.microsoft.com/office/drawing/2014/main" id="{C2C76DFF-574E-4562-8667-55382E35D02A}"/>
              </a:ext>
            </a:extLst>
          </p:cNvPr>
          <p:cNvSpPr>
            <a:spLocks xmlns:a="http://schemas.openxmlformats.org/drawingml/2006/main" noGrp="1"/>
          </p:cNvSpPr>
          <p:nvPr/>
        </p:nvSpPr>
        <p:spPr>
          <a:xfrm xmlns:a="http://schemas.openxmlformats.org/drawingml/2006/main">
            <a:off x="7181850" y="2038350"/>
            <a:ext cx="2771775" cy="1762125"/>
          </a:xfrm>
          <a:custGeom xmlns:a="http://schemas.openxmlformats.org/drawingml/2006/main">
            <a:pathLst>
              <a:path w="2771775" h="1762125">
                <a:moveTo>
                  <a:pt x="2638425" y="0"/>
                </a:moveTo>
                <a:lnTo>
                  <a:pt x="2655831" y="1141"/>
                </a:lnTo>
                <a:lnTo>
                  <a:pt x="2672939" y="4544"/>
                </a:lnTo>
                <a:lnTo>
                  <a:pt x="2689456" y="10151"/>
                </a:lnTo>
                <a:lnTo>
                  <a:pt x="2705100" y="17866"/>
                </a:lnTo>
                <a:lnTo>
                  <a:pt x="2719603" y="27556"/>
                </a:lnTo>
                <a:lnTo>
                  <a:pt x="2732718" y="39057"/>
                </a:lnTo>
                <a:lnTo>
                  <a:pt x="2744219" y="52172"/>
                </a:lnTo>
                <a:lnTo>
                  <a:pt x="2753909" y="66675"/>
                </a:lnTo>
                <a:lnTo>
                  <a:pt x="2761624" y="82319"/>
                </a:lnTo>
                <a:lnTo>
                  <a:pt x="2767231" y="98836"/>
                </a:lnTo>
                <a:lnTo>
                  <a:pt x="2770634" y="115944"/>
                </a:lnTo>
                <a:lnTo>
                  <a:pt x="2771775" y="133350"/>
                </a:lnTo>
                <a:lnTo>
                  <a:pt x="2771775" y="1628775"/>
                </a:lnTo>
                <a:lnTo>
                  <a:pt x="2770634" y="1646181"/>
                </a:lnTo>
                <a:lnTo>
                  <a:pt x="2767231" y="1663289"/>
                </a:lnTo>
                <a:lnTo>
                  <a:pt x="2761624" y="1679806"/>
                </a:lnTo>
                <a:lnTo>
                  <a:pt x="2753909" y="1695450"/>
                </a:lnTo>
                <a:lnTo>
                  <a:pt x="2744219" y="1709953"/>
                </a:lnTo>
                <a:lnTo>
                  <a:pt x="2732718" y="1723068"/>
                </a:lnTo>
                <a:lnTo>
                  <a:pt x="2719603" y="1734569"/>
                </a:lnTo>
                <a:lnTo>
                  <a:pt x="2705100" y="1744259"/>
                </a:lnTo>
                <a:lnTo>
                  <a:pt x="2689456" y="1751974"/>
                </a:lnTo>
                <a:lnTo>
                  <a:pt x="2672939" y="1757581"/>
                </a:lnTo>
                <a:lnTo>
                  <a:pt x="2655831" y="1760984"/>
                </a:lnTo>
                <a:lnTo>
                  <a:pt x="2638425" y="1762125"/>
                </a:lnTo>
                <a:lnTo>
                  <a:pt x="133350" y="1762125"/>
                </a:lnTo>
                <a:lnTo>
                  <a:pt x="115944" y="1760984"/>
                </a:lnTo>
                <a:lnTo>
                  <a:pt x="98836" y="1757581"/>
                </a:lnTo>
                <a:lnTo>
                  <a:pt x="82319" y="1751974"/>
                </a:lnTo>
                <a:lnTo>
                  <a:pt x="66675" y="1744259"/>
                </a:lnTo>
                <a:lnTo>
                  <a:pt x="52172" y="1734569"/>
                </a:lnTo>
                <a:lnTo>
                  <a:pt x="39057" y="1723068"/>
                </a:lnTo>
                <a:lnTo>
                  <a:pt x="27556" y="1709953"/>
                </a:lnTo>
                <a:lnTo>
                  <a:pt x="17866" y="1695450"/>
                </a:lnTo>
                <a:lnTo>
                  <a:pt x="10151" y="1679806"/>
                </a:lnTo>
                <a:lnTo>
                  <a:pt x="4544" y="1663289"/>
                </a:lnTo>
                <a:lnTo>
                  <a:pt x="1141" y="1646181"/>
                </a:lnTo>
                <a:lnTo>
                  <a:pt x="0" y="1628775"/>
                </a:lnTo>
                <a:lnTo>
                  <a:pt x="0" y="133350"/>
                </a:lnTo>
                <a:lnTo>
                  <a:pt x="1141" y="115944"/>
                </a:lnTo>
                <a:lnTo>
                  <a:pt x="4544" y="98836"/>
                </a:lnTo>
                <a:lnTo>
                  <a:pt x="10151" y="82319"/>
                </a:lnTo>
                <a:lnTo>
                  <a:pt x="17866" y="66675"/>
                </a:lnTo>
                <a:lnTo>
                  <a:pt x="27556" y="52172"/>
                </a:lnTo>
                <a:lnTo>
                  <a:pt x="39057" y="39057"/>
                </a:lnTo>
                <a:lnTo>
                  <a:pt x="52172" y="27556"/>
                </a:lnTo>
                <a:lnTo>
                  <a:pt x="66675" y="17866"/>
                </a:lnTo>
                <a:lnTo>
                  <a:pt x="82319" y="10151"/>
                </a:lnTo>
                <a:lnTo>
                  <a:pt x="98836" y="4544"/>
                </a:lnTo>
                <a:lnTo>
                  <a:pt x="115944" y="1141"/>
                </a:lnTo>
                <a:lnTo>
                  <a:pt x="133350" y="0"/>
                </a:lnTo>
                <a:close/>
              </a:path>
            </a:pathLst>
          </a:custGeom>
          <a:solidFill xmlns:a="http://schemas.openxmlformats.org/drawingml/2006/main">
            <a:srgbClr val="EAE5F4"/>
          </a:solidFill>
          <a:ln xmlns:a="http://schemas.openxmlformats.org/drawingml/2006/main" w="19050">
            <a:solidFill>
              <a:srgbClr val="7968B0"/>
            </a:solidFill>
            <a:prstDash val="solid"/>
          </a:ln>
        </p:spPr>
      </p:sp>
      <p:sp>
        <p:nvSpPr>
          <p:cNvPr id="85" name="network-edge-0-0-0">
            <a:extLst xmlns:a="http://schemas.openxmlformats.org/drawingml/2006/main">
              <a:ext uri="{FF2B5EF4-FFF2-40B4-BE49-F238E27FC236}">
                <a16:creationId xmlns:a16="http://schemas.microsoft.com/office/drawing/2014/main" id="{EA856AC8-83D4-4D10-BEA3-0AC1511FCCF7}"/>
              </a:ext>
            </a:extLst>
          </p:cNvPr>
          <p:cNvSpPr>
            <a:spLocks xmlns:a="http://schemas.openxmlformats.org/drawingml/2006/main" noGrp="1"/>
          </p:cNvSpPr>
          <p:nvPr/>
        </p:nvSpPr>
        <p:spPr>
          <a:xfrm xmlns:a="http://schemas.openxmlformats.org/drawingml/2006/main">
            <a:off x="7496175" y="2324100"/>
            <a:ext cx="561975" cy="190500"/>
          </a:xfrm>
          <a:custGeom xmlns:a="http://schemas.openxmlformats.org/drawingml/2006/main">
            <a:pathLst>
              <a:path w="561975" h="190500">
                <a:moveTo>
                  <a:pt x="0" y="190500"/>
                </a:moveTo>
                <a:lnTo>
                  <a:pt x="561975" y="0"/>
                </a:lnTo>
              </a:path>
            </a:pathLst>
          </a:custGeom>
          <a:noFill xmlns:a="http://schemas.openxmlformats.org/drawingml/2006/main"/>
          <a:ln xmlns:a="http://schemas.openxmlformats.org/drawingml/2006/main" w="11430">
            <a:solidFill>
              <a:srgbClr val="B6ACCE"/>
            </a:solidFill>
            <a:prstDash val="solid"/>
          </a:ln>
        </p:spPr>
      </p:sp>
      <p:sp>
        <p:nvSpPr>
          <p:cNvPr id="86" name="network-edge-0-0-2">
            <a:extLst xmlns:a="http://schemas.openxmlformats.org/drawingml/2006/main">
              <a:ext uri="{FF2B5EF4-FFF2-40B4-BE49-F238E27FC236}">
                <a16:creationId xmlns:a16="http://schemas.microsoft.com/office/drawing/2014/main" id="{D07742A2-9FC5-4A8E-AAEE-C8A7D6C1210B}"/>
              </a:ext>
            </a:extLst>
          </p:cNvPr>
          <p:cNvSpPr>
            <a:spLocks xmlns:a="http://schemas.openxmlformats.org/drawingml/2006/main" noGrp="1"/>
          </p:cNvSpPr>
          <p:nvPr/>
        </p:nvSpPr>
        <p:spPr>
          <a:xfrm xmlns:a="http://schemas.openxmlformats.org/drawingml/2006/main">
            <a:off x="7496175" y="2514600"/>
            <a:ext cx="561975" cy="590550"/>
          </a:xfrm>
          <a:custGeom xmlns:a="http://schemas.openxmlformats.org/drawingml/2006/main">
            <a:pathLst>
              <a:path w="561975" h="590550">
                <a:moveTo>
                  <a:pt x="0" y="0"/>
                </a:moveTo>
                <a:lnTo>
                  <a:pt x="561975" y="590550"/>
                </a:lnTo>
              </a:path>
            </a:pathLst>
          </a:custGeom>
          <a:noFill xmlns:a="http://schemas.openxmlformats.org/drawingml/2006/main"/>
          <a:ln xmlns:a="http://schemas.openxmlformats.org/drawingml/2006/main" w="11430">
            <a:solidFill>
              <a:srgbClr val="B6ACCE"/>
            </a:solidFill>
            <a:prstDash val="solid"/>
          </a:ln>
        </p:spPr>
      </p:sp>
      <p:sp>
        <p:nvSpPr>
          <p:cNvPr id="87" name="network-edge-0-1-1">
            <a:extLst xmlns:a="http://schemas.openxmlformats.org/drawingml/2006/main">
              <a:ext uri="{FF2B5EF4-FFF2-40B4-BE49-F238E27FC236}">
                <a16:creationId xmlns:a16="http://schemas.microsoft.com/office/drawing/2014/main" id="{0CF5A250-78AF-406C-9333-E5F9E8A78555}"/>
              </a:ext>
            </a:extLst>
          </p:cNvPr>
          <p:cNvSpPr>
            <a:spLocks xmlns:a="http://schemas.openxmlformats.org/drawingml/2006/main" noGrp="1"/>
          </p:cNvSpPr>
          <p:nvPr/>
        </p:nvSpPr>
        <p:spPr>
          <a:xfrm xmlns:a="http://schemas.openxmlformats.org/drawingml/2006/main">
            <a:off x="7496175" y="2714625"/>
            <a:ext cx="561975" cy="200025"/>
          </a:xfrm>
          <a:custGeom xmlns:a="http://schemas.openxmlformats.org/drawingml/2006/main">
            <a:pathLst>
              <a:path w="561975" h="200025">
                <a:moveTo>
                  <a:pt x="0" y="200025"/>
                </a:moveTo>
                <a:lnTo>
                  <a:pt x="561975" y="0"/>
                </a:lnTo>
              </a:path>
            </a:pathLst>
          </a:custGeom>
          <a:noFill xmlns:a="http://schemas.openxmlformats.org/drawingml/2006/main"/>
          <a:ln xmlns:a="http://schemas.openxmlformats.org/drawingml/2006/main" w="11430">
            <a:solidFill>
              <a:srgbClr val="B6ACCE"/>
            </a:solidFill>
            <a:prstDash val="solid"/>
          </a:ln>
        </p:spPr>
      </p:sp>
      <p:sp>
        <p:nvSpPr>
          <p:cNvPr id="88" name="network-edge-0-1-3">
            <a:extLst xmlns:a="http://schemas.openxmlformats.org/drawingml/2006/main">
              <a:ext uri="{FF2B5EF4-FFF2-40B4-BE49-F238E27FC236}">
                <a16:creationId xmlns:a16="http://schemas.microsoft.com/office/drawing/2014/main" id="{B3EDB844-AEE9-457E-850E-444BD8548179}"/>
              </a:ext>
            </a:extLst>
          </p:cNvPr>
          <p:cNvSpPr>
            <a:spLocks xmlns:a="http://schemas.openxmlformats.org/drawingml/2006/main" noGrp="1"/>
          </p:cNvSpPr>
          <p:nvPr/>
        </p:nvSpPr>
        <p:spPr>
          <a:xfrm xmlns:a="http://schemas.openxmlformats.org/drawingml/2006/main">
            <a:off x="7496175" y="2914650"/>
            <a:ext cx="561975" cy="581025"/>
          </a:xfrm>
          <a:custGeom xmlns:a="http://schemas.openxmlformats.org/drawingml/2006/main">
            <a:pathLst>
              <a:path w="561975" h="581025">
                <a:moveTo>
                  <a:pt x="0" y="0"/>
                </a:moveTo>
                <a:lnTo>
                  <a:pt x="561975" y="581025"/>
                </a:lnTo>
              </a:path>
            </a:pathLst>
          </a:custGeom>
          <a:noFill xmlns:a="http://schemas.openxmlformats.org/drawingml/2006/main"/>
          <a:ln xmlns:a="http://schemas.openxmlformats.org/drawingml/2006/main" w="11430">
            <a:solidFill>
              <a:srgbClr val="B6ACCE"/>
            </a:solidFill>
            <a:prstDash val="solid"/>
          </a:ln>
        </p:spPr>
      </p:sp>
      <p:sp>
        <p:nvSpPr>
          <p:cNvPr id="89" name="network-edge-0-2-0">
            <a:extLst xmlns:a="http://schemas.openxmlformats.org/drawingml/2006/main">
              <a:ext uri="{FF2B5EF4-FFF2-40B4-BE49-F238E27FC236}">
                <a16:creationId xmlns:a16="http://schemas.microsoft.com/office/drawing/2014/main" id="{612E9D3B-47DB-4C0E-8DB0-015186CA1022}"/>
              </a:ext>
            </a:extLst>
          </p:cNvPr>
          <p:cNvSpPr>
            <a:spLocks xmlns:a="http://schemas.openxmlformats.org/drawingml/2006/main" noGrp="1"/>
          </p:cNvSpPr>
          <p:nvPr/>
        </p:nvSpPr>
        <p:spPr>
          <a:xfrm xmlns:a="http://schemas.openxmlformats.org/drawingml/2006/main">
            <a:off x="7496175" y="2324100"/>
            <a:ext cx="561975" cy="990600"/>
          </a:xfrm>
          <a:custGeom xmlns:a="http://schemas.openxmlformats.org/drawingml/2006/main">
            <a:pathLst>
              <a:path w="561975" h="990600">
                <a:moveTo>
                  <a:pt x="0" y="990600"/>
                </a:moveTo>
                <a:lnTo>
                  <a:pt x="561975" y="0"/>
                </a:lnTo>
              </a:path>
            </a:pathLst>
          </a:custGeom>
          <a:noFill xmlns:a="http://schemas.openxmlformats.org/drawingml/2006/main"/>
          <a:ln xmlns:a="http://schemas.openxmlformats.org/drawingml/2006/main" w="11430">
            <a:solidFill>
              <a:srgbClr val="B6ACCE"/>
            </a:solidFill>
            <a:prstDash val="solid"/>
          </a:ln>
        </p:spPr>
      </p:sp>
      <p:sp>
        <p:nvSpPr>
          <p:cNvPr id="90" name="network-edge-0-2-2">
            <a:extLst xmlns:a="http://schemas.openxmlformats.org/drawingml/2006/main">
              <a:ext uri="{FF2B5EF4-FFF2-40B4-BE49-F238E27FC236}">
                <a16:creationId xmlns:a16="http://schemas.microsoft.com/office/drawing/2014/main" id="{AD11DA83-BF61-43C2-97C9-816BFE3EA429}"/>
              </a:ext>
            </a:extLst>
          </p:cNvPr>
          <p:cNvSpPr>
            <a:spLocks xmlns:a="http://schemas.openxmlformats.org/drawingml/2006/main" noGrp="1"/>
          </p:cNvSpPr>
          <p:nvPr/>
        </p:nvSpPr>
        <p:spPr>
          <a:xfrm xmlns:a="http://schemas.openxmlformats.org/drawingml/2006/main">
            <a:off x="7496175" y="3105150"/>
            <a:ext cx="561975" cy="209550"/>
          </a:xfrm>
          <a:custGeom xmlns:a="http://schemas.openxmlformats.org/drawingml/2006/main">
            <a:pathLst>
              <a:path w="561975" h="209550">
                <a:moveTo>
                  <a:pt x="0" y="209550"/>
                </a:moveTo>
                <a:lnTo>
                  <a:pt x="561975" y="0"/>
                </a:lnTo>
              </a:path>
            </a:pathLst>
          </a:custGeom>
          <a:noFill xmlns:a="http://schemas.openxmlformats.org/drawingml/2006/main"/>
          <a:ln xmlns:a="http://schemas.openxmlformats.org/drawingml/2006/main" w="11430">
            <a:solidFill>
              <a:srgbClr val="B6ACCE"/>
            </a:solidFill>
            <a:prstDash val="solid"/>
          </a:ln>
        </p:spPr>
      </p:sp>
      <p:sp>
        <p:nvSpPr>
          <p:cNvPr id="91" name="network-edge-1-0-0">
            <a:extLst xmlns:a="http://schemas.openxmlformats.org/drawingml/2006/main">
              <a:ext uri="{FF2B5EF4-FFF2-40B4-BE49-F238E27FC236}">
                <a16:creationId xmlns:a16="http://schemas.microsoft.com/office/drawing/2014/main" id="{E50D3219-63D3-44F1-9A6D-450580451150}"/>
              </a:ext>
            </a:extLst>
          </p:cNvPr>
          <p:cNvSpPr>
            <a:spLocks xmlns:a="http://schemas.openxmlformats.org/drawingml/2006/main" noGrp="1"/>
          </p:cNvSpPr>
          <p:nvPr/>
        </p:nvSpPr>
        <p:spPr>
          <a:xfrm xmlns:a="http://schemas.openxmlformats.org/drawingml/2006/main">
            <a:off x="8058150" y="2324100"/>
            <a:ext cx="600075" cy="95"/>
          </a:xfrm>
          <a:custGeom xmlns:a="http://schemas.openxmlformats.org/drawingml/2006/main">
            <a:pathLst>
              <a:path w="600075" h="95">
                <a:moveTo>
                  <a:pt x="0" y="0"/>
                </a:moveTo>
                <a:lnTo>
                  <a:pt x="600075" y="0"/>
                </a:lnTo>
              </a:path>
            </a:pathLst>
          </a:custGeom>
          <a:noFill xmlns:a="http://schemas.openxmlformats.org/drawingml/2006/main"/>
          <a:ln xmlns:a="http://schemas.openxmlformats.org/drawingml/2006/main" w="11430">
            <a:solidFill>
              <a:srgbClr val="B6ACCE"/>
            </a:solidFill>
            <a:prstDash val="solid"/>
          </a:ln>
        </p:spPr>
      </p:sp>
      <p:sp>
        <p:nvSpPr>
          <p:cNvPr id="92" name="network-edge-1-0-2">
            <a:extLst xmlns:a="http://schemas.openxmlformats.org/drawingml/2006/main">
              <a:ext uri="{FF2B5EF4-FFF2-40B4-BE49-F238E27FC236}">
                <a16:creationId xmlns:a16="http://schemas.microsoft.com/office/drawing/2014/main" id="{1AFAEF21-6FF7-47E7-B19C-062730B9FFDC}"/>
              </a:ext>
            </a:extLst>
          </p:cNvPr>
          <p:cNvSpPr>
            <a:spLocks xmlns:a="http://schemas.openxmlformats.org/drawingml/2006/main" noGrp="1"/>
          </p:cNvSpPr>
          <p:nvPr/>
        </p:nvSpPr>
        <p:spPr>
          <a:xfrm xmlns:a="http://schemas.openxmlformats.org/drawingml/2006/main">
            <a:off x="8058150" y="2324100"/>
            <a:ext cx="600075" cy="781050"/>
          </a:xfrm>
          <a:custGeom xmlns:a="http://schemas.openxmlformats.org/drawingml/2006/main">
            <a:pathLst>
              <a:path w="600075" h="781050">
                <a:moveTo>
                  <a:pt x="0" y="0"/>
                </a:moveTo>
                <a:lnTo>
                  <a:pt x="600075" y="781050"/>
                </a:lnTo>
              </a:path>
            </a:pathLst>
          </a:custGeom>
          <a:noFill xmlns:a="http://schemas.openxmlformats.org/drawingml/2006/main"/>
          <a:ln xmlns:a="http://schemas.openxmlformats.org/drawingml/2006/main" w="11430">
            <a:solidFill>
              <a:srgbClr val="B6ACCE"/>
            </a:solidFill>
            <a:prstDash val="solid"/>
          </a:ln>
        </p:spPr>
      </p:sp>
      <p:sp>
        <p:nvSpPr>
          <p:cNvPr id="93" name="network-edge-1-1-1">
            <a:extLst xmlns:a="http://schemas.openxmlformats.org/drawingml/2006/main">
              <a:ext uri="{FF2B5EF4-FFF2-40B4-BE49-F238E27FC236}">
                <a16:creationId xmlns:a16="http://schemas.microsoft.com/office/drawing/2014/main" id="{5A03E86B-F6D1-4EF3-B937-A8A25FAD77FC}"/>
              </a:ext>
            </a:extLst>
          </p:cNvPr>
          <p:cNvSpPr>
            <a:spLocks xmlns:a="http://schemas.openxmlformats.org/drawingml/2006/main" noGrp="1"/>
          </p:cNvSpPr>
          <p:nvPr/>
        </p:nvSpPr>
        <p:spPr>
          <a:xfrm xmlns:a="http://schemas.openxmlformats.org/drawingml/2006/main">
            <a:off x="8058150" y="2714625"/>
            <a:ext cx="600075" cy="95"/>
          </a:xfrm>
          <a:custGeom xmlns:a="http://schemas.openxmlformats.org/drawingml/2006/main">
            <a:pathLst>
              <a:path w="600075" h="95">
                <a:moveTo>
                  <a:pt x="0" y="0"/>
                </a:moveTo>
                <a:lnTo>
                  <a:pt x="600075" y="0"/>
                </a:lnTo>
              </a:path>
            </a:pathLst>
          </a:custGeom>
          <a:noFill xmlns:a="http://schemas.openxmlformats.org/drawingml/2006/main"/>
          <a:ln xmlns:a="http://schemas.openxmlformats.org/drawingml/2006/main" w="11430">
            <a:solidFill>
              <a:srgbClr val="B6ACCE"/>
            </a:solidFill>
            <a:prstDash val="solid"/>
          </a:ln>
        </p:spPr>
      </p:sp>
      <p:sp>
        <p:nvSpPr>
          <p:cNvPr id="94" name="network-edge-1-1-3">
            <a:extLst xmlns:a="http://schemas.openxmlformats.org/drawingml/2006/main">
              <a:ext uri="{FF2B5EF4-FFF2-40B4-BE49-F238E27FC236}">
                <a16:creationId xmlns:a16="http://schemas.microsoft.com/office/drawing/2014/main" id="{E53D2A4C-1C86-47F1-8B8A-2D7F0222BF5B}"/>
              </a:ext>
            </a:extLst>
          </p:cNvPr>
          <p:cNvSpPr>
            <a:spLocks xmlns:a="http://schemas.openxmlformats.org/drawingml/2006/main" noGrp="1"/>
          </p:cNvSpPr>
          <p:nvPr/>
        </p:nvSpPr>
        <p:spPr>
          <a:xfrm xmlns:a="http://schemas.openxmlformats.org/drawingml/2006/main">
            <a:off x="8058150" y="2714625"/>
            <a:ext cx="600075" cy="781050"/>
          </a:xfrm>
          <a:custGeom xmlns:a="http://schemas.openxmlformats.org/drawingml/2006/main">
            <a:pathLst>
              <a:path w="600075" h="781050">
                <a:moveTo>
                  <a:pt x="0" y="0"/>
                </a:moveTo>
                <a:lnTo>
                  <a:pt x="600075" y="781050"/>
                </a:lnTo>
              </a:path>
            </a:pathLst>
          </a:custGeom>
          <a:noFill xmlns:a="http://schemas.openxmlformats.org/drawingml/2006/main"/>
          <a:ln xmlns:a="http://schemas.openxmlformats.org/drawingml/2006/main" w="11430">
            <a:solidFill>
              <a:srgbClr val="B6ACCE"/>
            </a:solidFill>
            <a:prstDash val="solid"/>
          </a:ln>
        </p:spPr>
      </p:sp>
      <p:sp>
        <p:nvSpPr>
          <p:cNvPr id="95" name="network-edge-1-2-0">
            <a:extLst xmlns:a="http://schemas.openxmlformats.org/drawingml/2006/main">
              <a:ext uri="{FF2B5EF4-FFF2-40B4-BE49-F238E27FC236}">
                <a16:creationId xmlns:a16="http://schemas.microsoft.com/office/drawing/2014/main" id="{EEEDD19C-294B-4024-8959-0C923BBAA159}"/>
              </a:ext>
            </a:extLst>
          </p:cNvPr>
          <p:cNvSpPr>
            <a:spLocks xmlns:a="http://schemas.openxmlformats.org/drawingml/2006/main" noGrp="1"/>
          </p:cNvSpPr>
          <p:nvPr/>
        </p:nvSpPr>
        <p:spPr>
          <a:xfrm xmlns:a="http://schemas.openxmlformats.org/drawingml/2006/main">
            <a:off x="8058150" y="2324100"/>
            <a:ext cx="600075" cy="781050"/>
          </a:xfrm>
          <a:custGeom xmlns:a="http://schemas.openxmlformats.org/drawingml/2006/main">
            <a:pathLst>
              <a:path w="600075" h="781050">
                <a:moveTo>
                  <a:pt x="0" y="781050"/>
                </a:moveTo>
                <a:lnTo>
                  <a:pt x="600075" y="0"/>
                </a:lnTo>
              </a:path>
            </a:pathLst>
          </a:custGeom>
          <a:noFill xmlns:a="http://schemas.openxmlformats.org/drawingml/2006/main"/>
          <a:ln xmlns:a="http://schemas.openxmlformats.org/drawingml/2006/main" w="11430">
            <a:solidFill>
              <a:srgbClr val="B6ACCE"/>
            </a:solidFill>
            <a:prstDash val="solid"/>
          </a:ln>
        </p:spPr>
      </p:sp>
      <p:sp>
        <p:nvSpPr>
          <p:cNvPr id="96" name="network-edge-1-2-2">
            <a:extLst xmlns:a="http://schemas.openxmlformats.org/drawingml/2006/main">
              <a:ext uri="{FF2B5EF4-FFF2-40B4-BE49-F238E27FC236}">
                <a16:creationId xmlns:a16="http://schemas.microsoft.com/office/drawing/2014/main" id="{8DD05A5C-C2AE-45DD-87E2-3465BDDDA57F}"/>
              </a:ext>
            </a:extLst>
          </p:cNvPr>
          <p:cNvSpPr>
            <a:spLocks xmlns:a="http://schemas.openxmlformats.org/drawingml/2006/main" noGrp="1"/>
          </p:cNvSpPr>
          <p:nvPr/>
        </p:nvSpPr>
        <p:spPr>
          <a:xfrm xmlns:a="http://schemas.openxmlformats.org/drawingml/2006/main">
            <a:off x="8058150" y="3105150"/>
            <a:ext cx="600075" cy="95"/>
          </a:xfrm>
          <a:custGeom xmlns:a="http://schemas.openxmlformats.org/drawingml/2006/main">
            <a:pathLst>
              <a:path w="600075" h="95">
                <a:moveTo>
                  <a:pt x="0" y="0"/>
                </a:moveTo>
                <a:lnTo>
                  <a:pt x="600075" y="0"/>
                </a:lnTo>
              </a:path>
            </a:pathLst>
          </a:custGeom>
          <a:noFill xmlns:a="http://schemas.openxmlformats.org/drawingml/2006/main"/>
          <a:ln xmlns:a="http://schemas.openxmlformats.org/drawingml/2006/main" w="11430">
            <a:solidFill>
              <a:srgbClr val="B6ACCE"/>
            </a:solidFill>
            <a:prstDash val="solid"/>
          </a:ln>
        </p:spPr>
      </p:sp>
      <p:sp>
        <p:nvSpPr>
          <p:cNvPr id="97" name="network-edge-1-3-1">
            <a:extLst xmlns:a="http://schemas.openxmlformats.org/drawingml/2006/main">
              <a:ext uri="{FF2B5EF4-FFF2-40B4-BE49-F238E27FC236}">
                <a16:creationId xmlns:a16="http://schemas.microsoft.com/office/drawing/2014/main" id="{745EA9F4-7BF5-44EA-A869-4BF9BC10C67E}"/>
              </a:ext>
            </a:extLst>
          </p:cNvPr>
          <p:cNvSpPr>
            <a:spLocks xmlns:a="http://schemas.openxmlformats.org/drawingml/2006/main" noGrp="1"/>
          </p:cNvSpPr>
          <p:nvPr/>
        </p:nvSpPr>
        <p:spPr>
          <a:xfrm xmlns:a="http://schemas.openxmlformats.org/drawingml/2006/main">
            <a:off x="8058150" y="2714625"/>
            <a:ext cx="600075" cy="781050"/>
          </a:xfrm>
          <a:custGeom xmlns:a="http://schemas.openxmlformats.org/drawingml/2006/main">
            <a:pathLst>
              <a:path w="600075" h="781050">
                <a:moveTo>
                  <a:pt x="0" y="781050"/>
                </a:moveTo>
                <a:lnTo>
                  <a:pt x="600075" y="0"/>
                </a:lnTo>
              </a:path>
            </a:pathLst>
          </a:custGeom>
          <a:noFill xmlns:a="http://schemas.openxmlformats.org/drawingml/2006/main"/>
          <a:ln xmlns:a="http://schemas.openxmlformats.org/drawingml/2006/main" w="11430">
            <a:solidFill>
              <a:srgbClr val="B6ACCE"/>
            </a:solidFill>
            <a:prstDash val="solid"/>
          </a:ln>
        </p:spPr>
      </p:sp>
      <p:sp>
        <p:nvSpPr>
          <p:cNvPr id="98" name="network-edge-1-3-3">
            <a:extLst xmlns:a="http://schemas.openxmlformats.org/drawingml/2006/main">
              <a:ext uri="{FF2B5EF4-FFF2-40B4-BE49-F238E27FC236}">
                <a16:creationId xmlns:a16="http://schemas.microsoft.com/office/drawing/2014/main" id="{36E931C6-053E-4F86-8C9A-2B985597F532}"/>
              </a:ext>
            </a:extLst>
          </p:cNvPr>
          <p:cNvSpPr>
            <a:spLocks xmlns:a="http://schemas.openxmlformats.org/drawingml/2006/main" noGrp="1"/>
          </p:cNvSpPr>
          <p:nvPr/>
        </p:nvSpPr>
        <p:spPr>
          <a:xfrm xmlns:a="http://schemas.openxmlformats.org/drawingml/2006/main">
            <a:off x="8058150" y="3495675"/>
            <a:ext cx="600075" cy="95"/>
          </a:xfrm>
          <a:custGeom xmlns:a="http://schemas.openxmlformats.org/drawingml/2006/main">
            <a:pathLst>
              <a:path w="600075" h="95">
                <a:moveTo>
                  <a:pt x="0" y="0"/>
                </a:moveTo>
                <a:lnTo>
                  <a:pt x="600075" y="0"/>
                </a:lnTo>
              </a:path>
            </a:pathLst>
          </a:custGeom>
          <a:noFill xmlns:a="http://schemas.openxmlformats.org/drawingml/2006/main"/>
          <a:ln xmlns:a="http://schemas.openxmlformats.org/drawingml/2006/main" w="11430">
            <a:solidFill>
              <a:srgbClr val="B6ACCE"/>
            </a:solidFill>
            <a:prstDash val="solid"/>
          </a:ln>
        </p:spPr>
      </p:sp>
      <p:sp>
        <p:nvSpPr>
          <p:cNvPr id="99" name="network-edge-2-0-0">
            <a:extLst xmlns:a="http://schemas.openxmlformats.org/drawingml/2006/main">
              <a:ext uri="{FF2B5EF4-FFF2-40B4-BE49-F238E27FC236}">
                <a16:creationId xmlns:a16="http://schemas.microsoft.com/office/drawing/2014/main" id="{E6AF3D20-D3AF-41B3-BF0F-6A447D5EF8B7}"/>
              </a:ext>
            </a:extLst>
          </p:cNvPr>
          <p:cNvSpPr>
            <a:spLocks xmlns:a="http://schemas.openxmlformats.org/drawingml/2006/main" noGrp="1"/>
          </p:cNvSpPr>
          <p:nvPr/>
        </p:nvSpPr>
        <p:spPr>
          <a:xfrm xmlns:a="http://schemas.openxmlformats.org/drawingml/2006/main">
            <a:off x="8658225" y="2324100"/>
            <a:ext cx="571500" cy="200025"/>
          </a:xfrm>
          <a:custGeom xmlns:a="http://schemas.openxmlformats.org/drawingml/2006/main">
            <a:pathLst>
              <a:path w="571500" h="200025">
                <a:moveTo>
                  <a:pt x="0" y="0"/>
                </a:moveTo>
                <a:lnTo>
                  <a:pt x="571500" y="200025"/>
                </a:lnTo>
              </a:path>
            </a:pathLst>
          </a:custGeom>
          <a:noFill xmlns:a="http://schemas.openxmlformats.org/drawingml/2006/main"/>
          <a:ln xmlns:a="http://schemas.openxmlformats.org/drawingml/2006/main" w="11430">
            <a:solidFill>
              <a:srgbClr val="B6ACCE"/>
            </a:solidFill>
            <a:prstDash val="solid"/>
          </a:ln>
        </p:spPr>
      </p:sp>
      <p:sp>
        <p:nvSpPr>
          <p:cNvPr id="100" name="network-edge-2-0-2">
            <a:extLst xmlns:a="http://schemas.openxmlformats.org/drawingml/2006/main">
              <a:ext uri="{FF2B5EF4-FFF2-40B4-BE49-F238E27FC236}">
                <a16:creationId xmlns:a16="http://schemas.microsoft.com/office/drawing/2014/main" id="{05BFDE9A-A956-48A2-863D-3BDC728C0479}"/>
              </a:ext>
            </a:extLst>
          </p:cNvPr>
          <p:cNvSpPr>
            <a:spLocks xmlns:a="http://schemas.openxmlformats.org/drawingml/2006/main" noGrp="1"/>
          </p:cNvSpPr>
          <p:nvPr/>
        </p:nvSpPr>
        <p:spPr>
          <a:xfrm xmlns:a="http://schemas.openxmlformats.org/drawingml/2006/main">
            <a:off x="8658225" y="2324100"/>
            <a:ext cx="571500" cy="981075"/>
          </a:xfrm>
          <a:custGeom xmlns:a="http://schemas.openxmlformats.org/drawingml/2006/main">
            <a:pathLst>
              <a:path w="571500" h="981075">
                <a:moveTo>
                  <a:pt x="0" y="0"/>
                </a:moveTo>
                <a:lnTo>
                  <a:pt x="571500" y="981075"/>
                </a:lnTo>
              </a:path>
            </a:pathLst>
          </a:custGeom>
          <a:noFill xmlns:a="http://schemas.openxmlformats.org/drawingml/2006/main"/>
          <a:ln xmlns:a="http://schemas.openxmlformats.org/drawingml/2006/main" w="11430">
            <a:solidFill>
              <a:srgbClr val="B6ACCE"/>
            </a:solidFill>
            <a:prstDash val="solid"/>
          </a:ln>
        </p:spPr>
      </p:sp>
      <p:sp>
        <p:nvSpPr>
          <p:cNvPr id="101" name="network-edge-2-1-1">
            <a:extLst xmlns:a="http://schemas.openxmlformats.org/drawingml/2006/main">
              <a:ext uri="{FF2B5EF4-FFF2-40B4-BE49-F238E27FC236}">
                <a16:creationId xmlns:a16="http://schemas.microsoft.com/office/drawing/2014/main" id="{6B4DD092-7FF0-45A6-B679-FD53BEF88B50}"/>
              </a:ext>
            </a:extLst>
          </p:cNvPr>
          <p:cNvSpPr>
            <a:spLocks xmlns:a="http://schemas.openxmlformats.org/drawingml/2006/main" noGrp="1"/>
          </p:cNvSpPr>
          <p:nvPr/>
        </p:nvSpPr>
        <p:spPr>
          <a:xfrm xmlns:a="http://schemas.openxmlformats.org/drawingml/2006/main">
            <a:off x="8658225" y="2714625"/>
            <a:ext cx="571500" cy="200025"/>
          </a:xfrm>
          <a:custGeom xmlns:a="http://schemas.openxmlformats.org/drawingml/2006/main">
            <a:pathLst>
              <a:path w="571500" h="200025">
                <a:moveTo>
                  <a:pt x="0" y="0"/>
                </a:moveTo>
                <a:lnTo>
                  <a:pt x="571500" y="200025"/>
                </a:lnTo>
              </a:path>
            </a:pathLst>
          </a:custGeom>
          <a:noFill xmlns:a="http://schemas.openxmlformats.org/drawingml/2006/main"/>
          <a:ln xmlns:a="http://schemas.openxmlformats.org/drawingml/2006/main" w="11430">
            <a:solidFill>
              <a:srgbClr val="B6ACCE"/>
            </a:solidFill>
            <a:prstDash val="solid"/>
          </a:ln>
        </p:spPr>
      </p:sp>
      <p:sp>
        <p:nvSpPr>
          <p:cNvPr id="102" name="network-edge-2-2-0">
            <a:extLst xmlns:a="http://schemas.openxmlformats.org/drawingml/2006/main">
              <a:ext uri="{FF2B5EF4-FFF2-40B4-BE49-F238E27FC236}">
                <a16:creationId xmlns:a16="http://schemas.microsoft.com/office/drawing/2014/main" id="{2AA0202D-99F0-4BAE-AE17-201CBC07185E}"/>
              </a:ext>
            </a:extLst>
          </p:cNvPr>
          <p:cNvSpPr>
            <a:spLocks xmlns:a="http://schemas.openxmlformats.org/drawingml/2006/main" noGrp="1"/>
          </p:cNvSpPr>
          <p:nvPr/>
        </p:nvSpPr>
        <p:spPr>
          <a:xfrm xmlns:a="http://schemas.openxmlformats.org/drawingml/2006/main">
            <a:off x="8658225" y="2524125"/>
            <a:ext cx="571500" cy="581025"/>
          </a:xfrm>
          <a:custGeom xmlns:a="http://schemas.openxmlformats.org/drawingml/2006/main">
            <a:pathLst>
              <a:path w="571500" h="581025">
                <a:moveTo>
                  <a:pt x="0" y="581025"/>
                </a:moveTo>
                <a:lnTo>
                  <a:pt x="571500" y="0"/>
                </a:lnTo>
              </a:path>
            </a:pathLst>
          </a:custGeom>
          <a:noFill xmlns:a="http://schemas.openxmlformats.org/drawingml/2006/main"/>
          <a:ln xmlns:a="http://schemas.openxmlformats.org/drawingml/2006/main" w="11430">
            <a:solidFill>
              <a:srgbClr val="B6ACCE"/>
            </a:solidFill>
            <a:prstDash val="solid"/>
          </a:ln>
        </p:spPr>
      </p:sp>
      <p:sp>
        <p:nvSpPr>
          <p:cNvPr id="103" name="network-edge-2-2-2">
            <a:extLst xmlns:a="http://schemas.openxmlformats.org/drawingml/2006/main">
              <a:ext uri="{FF2B5EF4-FFF2-40B4-BE49-F238E27FC236}">
                <a16:creationId xmlns:a16="http://schemas.microsoft.com/office/drawing/2014/main" id="{0A022B38-3814-4A59-BF76-D964AB05C35F}"/>
              </a:ext>
            </a:extLst>
          </p:cNvPr>
          <p:cNvSpPr>
            <a:spLocks xmlns:a="http://schemas.openxmlformats.org/drawingml/2006/main" noGrp="1"/>
          </p:cNvSpPr>
          <p:nvPr/>
        </p:nvSpPr>
        <p:spPr>
          <a:xfrm xmlns:a="http://schemas.openxmlformats.org/drawingml/2006/main">
            <a:off x="8658225" y="3105150"/>
            <a:ext cx="571500" cy="200025"/>
          </a:xfrm>
          <a:custGeom xmlns:a="http://schemas.openxmlformats.org/drawingml/2006/main">
            <a:pathLst>
              <a:path w="571500" h="200025">
                <a:moveTo>
                  <a:pt x="0" y="0"/>
                </a:moveTo>
                <a:lnTo>
                  <a:pt x="571500" y="200025"/>
                </a:lnTo>
              </a:path>
            </a:pathLst>
          </a:custGeom>
          <a:noFill xmlns:a="http://schemas.openxmlformats.org/drawingml/2006/main"/>
          <a:ln xmlns:a="http://schemas.openxmlformats.org/drawingml/2006/main" w="11430">
            <a:solidFill>
              <a:srgbClr val="B6ACCE"/>
            </a:solidFill>
            <a:prstDash val="solid"/>
          </a:ln>
        </p:spPr>
      </p:sp>
      <p:sp>
        <p:nvSpPr>
          <p:cNvPr id="104" name="network-edge-2-3-1">
            <a:extLst xmlns:a="http://schemas.openxmlformats.org/drawingml/2006/main">
              <a:ext uri="{FF2B5EF4-FFF2-40B4-BE49-F238E27FC236}">
                <a16:creationId xmlns:a16="http://schemas.microsoft.com/office/drawing/2014/main" id="{937D0C11-B9BC-40A0-99DD-65BB1D3ED51A}"/>
              </a:ext>
            </a:extLst>
          </p:cNvPr>
          <p:cNvSpPr>
            <a:spLocks xmlns:a="http://schemas.openxmlformats.org/drawingml/2006/main" noGrp="1"/>
          </p:cNvSpPr>
          <p:nvPr/>
        </p:nvSpPr>
        <p:spPr>
          <a:xfrm xmlns:a="http://schemas.openxmlformats.org/drawingml/2006/main">
            <a:off x="8658225" y="2914650"/>
            <a:ext cx="571500" cy="581025"/>
          </a:xfrm>
          <a:custGeom xmlns:a="http://schemas.openxmlformats.org/drawingml/2006/main">
            <a:pathLst>
              <a:path w="571500" h="581025">
                <a:moveTo>
                  <a:pt x="0" y="581025"/>
                </a:moveTo>
                <a:lnTo>
                  <a:pt x="571500" y="0"/>
                </a:lnTo>
              </a:path>
            </a:pathLst>
          </a:custGeom>
          <a:noFill xmlns:a="http://schemas.openxmlformats.org/drawingml/2006/main"/>
          <a:ln xmlns:a="http://schemas.openxmlformats.org/drawingml/2006/main" w="11430">
            <a:solidFill>
              <a:srgbClr val="B6ACCE"/>
            </a:solidFill>
            <a:prstDash val="solid"/>
          </a:ln>
        </p:spPr>
      </p:sp>
      <p:sp>
        <p:nvSpPr>
          <p:cNvPr id="105" name="network-unit-0-0">
            <a:extLst xmlns:a="http://schemas.openxmlformats.org/drawingml/2006/main">
              <a:ext uri="{FF2B5EF4-FFF2-40B4-BE49-F238E27FC236}">
                <a16:creationId xmlns:a16="http://schemas.microsoft.com/office/drawing/2014/main" id="{C9ACDC50-56BF-4136-BD1E-60CE93C787BD}"/>
              </a:ext>
            </a:extLst>
          </p:cNvPr>
          <p:cNvSpPr>
            <a:spLocks xmlns:a="http://schemas.openxmlformats.org/drawingml/2006/main" noGrp="1"/>
          </p:cNvSpPr>
          <p:nvPr/>
        </p:nvSpPr>
        <p:spPr>
          <a:xfrm xmlns:a="http://schemas.openxmlformats.org/drawingml/2006/main">
            <a:off x="7424738" y="2443163"/>
            <a:ext cx="142875" cy="142875"/>
          </a:xfrm>
          <a:prstGeom xmlns:a="http://schemas.openxmlformats.org/drawingml/2006/main" prst="ellipse">
            <a:avLst/>
          </a:prstGeom>
          <a:solidFill xmlns:a="http://schemas.openxmlformats.org/drawingml/2006/main">
            <a:srgbClr val="FFFFFF"/>
          </a:solidFill>
          <a:ln xmlns:a="http://schemas.openxmlformats.org/drawingml/2006/main" w="15240">
            <a:solidFill>
              <a:srgbClr val="7968B0"/>
            </a:solidFill>
            <a:prstDash val="solid"/>
          </a:ln>
        </p:spPr>
      </p:sp>
      <p:sp>
        <p:nvSpPr>
          <p:cNvPr id="106" name="network-unit-0-1">
            <a:extLst xmlns:a="http://schemas.openxmlformats.org/drawingml/2006/main">
              <a:ext uri="{FF2B5EF4-FFF2-40B4-BE49-F238E27FC236}">
                <a16:creationId xmlns:a16="http://schemas.microsoft.com/office/drawing/2014/main" id="{136448BB-0A23-41F6-9CDF-FB8E43ABF39E}"/>
              </a:ext>
            </a:extLst>
          </p:cNvPr>
          <p:cNvSpPr>
            <a:spLocks xmlns:a="http://schemas.openxmlformats.org/drawingml/2006/main" noGrp="1"/>
          </p:cNvSpPr>
          <p:nvPr/>
        </p:nvSpPr>
        <p:spPr>
          <a:xfrm xmlns:a="http://schemas.openxmlformats.org/drawingml/2006/main">
            <a:off x="7424738" y="2843213"/>
            <a:ext cx="142875" cy="142875"/>
          </a:xfrm>
          <a:prstGeom xmlns:a="http://schemas.openxmlformats.org/drawingml/2006/main" prst="ellipse">
            <a:avLst/>
          </a:prstGeom>
          <a:solidFill xmlns:a="http://schemas.openxmlformats.org/drawingml/2006/main">
            <a:srgbClr val="FFFFFF"/>
          </a:solidFill>
          <a:ln xmlns:a="http://schemas.openxmlformats.org/drawingml/2006/main" w="15240">
            <a:solidFill>
              <a:srgbClr val="7968B0"/>
            </a:solidFill>
            <a:prstDash val="solid"/>
          </a:ln>
        </p:spPr>
      </p:sp>
      <p:sp>
        <p:nvSpPr>
          <p:cNvPr id="107" name="network-unit-0-2">
            <a:extLst xmlns:a="http://schemas.openxmlformats.org/drawingml/2006/main">
              <a:ext uri="{FF2B5EF4-FFF2-40B4-BE49-F238E27FC236}">
                <a16:creationId xmlns:a16="http://schemas.microsoft.com/office/drawing/2014/main" id="{F9FF7B94-3F3B-4DB7-AFBC-AA558F04BA7A}"/>
              </a:ext>
            </a:extLst>
          </p:cNvPr>
          <p:cNvSpPr>
            <a:spLocks xmlns:a="http://schemas.openxmlformats.org/drawingml/2006/main" noGrp="1"/>
          </p:cNvSpPr>
          <p:nvPr/>
        </p:nvSpPr>
        <p:spPr>
          <a:xfrm xmlns:a="http://schemas.openxmlformats.org/drawingml/2006/main">
            <a:off x="7424738" y="3243263"/>
            <a:ext cx="142875" cy="142875"/>
          </a:xfrm>
          <a:prstGeom xmlns:a="http://schemas.openxmlformats.org/drawingml/2006/main" prst="ellipse">
            <a:avLst/>
          </a:prstGeom>
          <a:solidFill xmlns:a="http://schemas.openxmlformats.org/drawingml/2006/main">
            <a:srgbClr val="FFFFFF"/>
          </a:solidFill>
          <a:ln xmlns:a="http://schemas.openxmlformats.org/drawingml/2006/main" w="15240">
            <a:solidFill>
              <a:srgbClr val="7968B0"/>
            </a:solidFill>
            <a:prstDash val="solid"/>
          </a:ln>
        </p:spPr>
      </p:sp>
      <p:sp>
        <p:nvSpPr>
          <p:cNvPr id="108" name="network-unit-1-0">
            <a:extLst xmlns:a="http://schemas.openxmlformats.org/drawingml/2006/main">
              <a:ext uri="{FF2B5EF4-FFF2-40B4-BE49-F238E27FC236}">
                <a16:creationId xmlns:a16="http://schemas.microsoft.com/office/drawing/2014/main" id="{8CD9BC9A-E3BA-4CE5-B29B-9A051E1EB608}"/>
              </a:ext>
            </a:extLst>
          </p:cNvPr>
          <p:cNvSpPr>
            <a:spLocks xmlns:a="http://schemas.openxmlformats.org/drawingml/2006/main" noGrp="1"/>
          </p:cNvSpPr>
          <p:nvPr/>
        </p:nvSpPr>
        <p:spPr>
          <a:xfrm xmlns:a="http://schemas.openxmlformats.org/drawingml/2006/main">
            <a:off x="7986713" y="2252663"/>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09" name="network-unit-1-1">
            <a:extLst xmlns:a="http://schemas.openxmlformats.org/drawingml/2006/main">
              <a:ext uri="{FF2B5EF4-FFF2-40B4-BE49-F238E27FC236}">
                <a16:creationId xmlns:a16="http://schemas.microsoft.com/office/drawing/2014/main" id="{9137580A-025B-4E26-9DD0-80CD1EB3F3B0}"/>
              </a:ext>
            </a:extLst>
          </p:cNvPr>
          <p:cNvSpPr>
            <a:spLocks xmlns:a="http://schemas.openxmlformats.org/drawingml/2006/main" noGrp="1"/>
          </p:cNvSpPr>
          <p:nvPr/>
        </p:nvSpPr>
        <p:spPr>
          <a:xfrm xmlns:a="http://schemas.openxmlformats.org/drawingml/2006/main">
            <a:off x="7986713" y="2643188"/>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10" name="network-unit-1-2">
            <a:extLst xmlns:a="http://schemas.openxmlformats.org/drawingml/2006/main">
              <a:ext uri="{FF2B5EF4-FFF2-40B4-BE49-F238E27FC236}">
                <a16:creationId xmlns:a16="http://schemas.microsoft.com/office/drawing/2014/main" id="{C64B959A-AFEA-46CA-A990-57880B0D4B81}"/>
              </a:ext>
            </a:extLst>
          </p:cNvPr>
          <p:cNvSpPr>
            <a:spLocks xmlns:a="http://schemas.openxmlformats.org/drawingml/2006/main" noGrp="1"/>
          </p:cNvSpPr>
          <p:nvPr/>
        </p:nvSpPr>
        <p:spPr>
          <a:xfrm xmlns:a="http://schemas.openxmlformats.org/drawingml/2006/main">
            <a:off x="7986713" y="3033713"/>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11" name="network-unit-1-3">
            <a:extLst xmlns:a="http://schemas.openxmlformats.org/drawingml/2006/main">
              <a:ext uri="{FF2B5EF4-FFF2-40B4-BE49-F238E27FC236}">
                <a16:creationId xmlns:a16="http://schemas.microsoft.com/office/drawing/2014/main" id="{18001B02-AD6C-421C-BD7B-B5D939E902D3}"/>
              </a:ext>
            </a:extLst>
          </p:cNvPr>
          <p:cNvSpPr>
            <a:spLocks xmlns:a="http://schemas.openxmlformats.org/drawingml/2006/main" noGrp="1"/>
          </p:cNvSpPr>
          <p:nvPr/>
        </p:nvSpPr>
        <p:spPr>
          <a:xfrm xmlns:a="http://schemas.openxmlformats.org/drawingml/2006/main">
            <a:off x="7986713" y="3424238"/>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12" name="network-unit-2-0">
            <a:extLst xmlns:a="http://schemas.openxmlformats.org/drawingml/2006/main">
              <a:ext uri="{FF2B5EF4-FFF2-40B4-BE49-F238E27FC236}">
                <a16:creationId xmlns:a16="http://schemas.microsoft.com/office/drawing/2014/main" id="{2CAB7726-5034-4596-A6AA-E876FE4615F9}"/>
              </a:ext>
            </a:extLst>
          </p:cNvPr>
          <p:cNvSpPr>
            <a:spLocks xmlns:a="http://schemas.openxmlformats.org/drawingml/2006/main" noGrp="1"/>
          </p:cNvSpPr>
          <p:nvPr/>
        </p:nvSpPr>
        <p:spPr>
          <a:xfrm xmlns:a="http://schemas.openxmlformats.org/drawingml/2006/main">
            <a:off x="8586788" y="2252663"/>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13" name="network-unit-2-1">
            <a:extLst xmlns:a="http://schemas.openxmlformats.org/drawingml/2006/main">
              <a:ext uri="{FF2B5EF4-FFF2-40B4-BE49-F238E27FC236}">
                <a16:creationId xmlns:a16="http://schemas.microsoft.com/office/drawing/2014/main" id="{42E9C479-8256-4349-AF25-FAE7A567DF19}"/>
              </a:ext>
            </a:extLst>
          </p:cNvPr>
          <p:cNvSpPr>
            <a:spLocks xmlns:a="http://schemas.openxmlformats.org/drawingml/2006/main" noGrp="1"/>
          </p:cNvSpPr>
          <p:nvPr/>
        </p:nvSpPr>
        <p:spPr>
          <a:xfrm xmlns:a="http://schemas.openxmlformats.org/drawingml/2006/main">
            <a:off x="8586788" y="2643188"/>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14" name="network-unit-2-2">
            <a:extLst xmlns:a="http://schemas.openxmlformats.org/drawingml/2006/main">
              <a:ext uri="{FF2B5EF4-FFF2-40B4-BE49-F238E27FC236}">
                <a16:creationId xmlns:a16="http://schemas.microsoft.com/office/drawing/2014/main" id="{2282D083-CAB9-4B93-806D-C4AA4FD1969E}"/>
              </a:ext>
            </a:extLst>
          </p:cNvPr>
          <p:cNvSpPr>
            <a:spLocks xmlns:a="http://schemas.openxmlformats.org/drawingml/2006/main" noGrp="1"/>
          </p:cNvSpPr>
          <p:nvPr/>
        </p:nvSpPr>
        <p:spPr>
          <a:xfrm xmlns:a="http://schemas.openxmlformats.org/drawingml/2006/main">
            <a:off x="8586788" y="3033713"/>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15" name="network-unit-2-3">
            <a:extLst xmlns:a="http://schemas.openxmlformats.org/drawingml/2006/main">
              <a:ext uri="{FF2B5EF4-FFF2-40B4-BE49-F238E27FC236}">
                <a16:creationId xmlns:a16="http://schemas.microsoft.com/office/drawing/2014/main" id="{B4FE1FAE-B42C-4A05-BA38-8BA18E198AA5}"/>
              </a:ext>
            </a:extLst>
          </p:cNvPr>
          <p:cNvSpPr>
            <a:spLocks xmlns:a="http://schemas.openxmlformats.org/drawingml/2006/main" noGrp="1"/>
          </p:cNvSpPr>
          <p:nvPr/>
        </p:nvSpPr>
        <p:spPr>
          <a:xfrm xmlns:a="http://schemas.openxmlformats.org/drawingml/2006/main">
            <a:off x="8586788" y="3424238"/>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16" name="network-unit-3-0">
            <a:extLst xmlns:a="http://schemas.openxmlformats.org/drawingml/2006/main">
              <a:ext uri="{FF2B5EF4-FFF2-40B4-BE49-F238E27FC236}">
                <a16:creationId xmlns:a16="http://schemas.microsoft.com/office/drawing/2014/main" id="{1A532620-3007-45C0-B49C-D8B359D9F6AE}"/>
              </a:ext>
            </a:extLst>
          </p:cNvPr>
          <p:cNvSpPr>
            <a:spLocks xmlns:a="http://schemas.openxmlformats.org/drawingml/2006/main" noGrp="1"/>
          </p:cNvSpPr>
          <p:nvPr/>
        </p:nvSpPr>
        <p:spPr>
          <a:xfrm xmlns:a="http://schemas.openxmlformats.org/drawingml/2006/main">
            <a:off x="9158288" y="2452688"/>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17" name="network-unit-3-1">
            <a:extLst xmlns:a="http://schemas.openxmlformats.org/drawingml/2006/main">
              <a:ext uri="{FF2B5EF4-FFF2-40B4-BE49-F238E27FC236}">
                <a16:creationId xmlns:a16="http://schemas.microsoft.com/office/drawing/2014/main" id="{2FCB1722-CDB6-450B-95BE-27D79DD80008}"/>
              </a:ext>
            </a:extLst>
          </p:cNvPr>
          <p:cNvSpPr>
            <a:spLocks xmlns:a="http://schemas.openxmlformats.org/drawingml/2006/main" noGrp="1"/>
          </p:cNvSpPr>
          <p:nvPr/>
        </p:nvSpPr>
        <p:spPr>
          <a:xfrm xmlns:a="http://schemas.openxmlformats.org/drawingml/2006/main">
            <a:off x="9158288" y="2843213"/>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18" name="network-unit-3-2">
            <a:extLst xmlns:a="http://schemas.openxmlformats.org/drawingml/2006/main">
              <a:ext uri="{FF2B5EF4-FFF2-40B4-BE49-F238E27FC236}">
                <a16:creationId xmlns:a16="http://schemas.microsoft.com/office/drawing/2014/main" id="{864E292C-7CDD-47CD-A64B-F814F4B72D08}"/>
              </a:ext>
            </a:extLst>
          </p:cNvPr>
          <p:cNvSpPr>
            <a:spLocks xmlns:a="http://schemas.openxmlformats.org/drawingml/2006/main" noGrp="1"/>
          </p:cNvSpPr>
          <p:nvPr/>
        </p:nvSpPr>
        <p:spPr>
          <a:xfrm xmlns:a="http://schemas.openxmlformats.org/drawingml/2006/main">
            <a:off x="9158288" y="3233738"/>
            <a:ext cx="142875" cy="142875"/>
          </a:xfrm>
          <a:prstGeom xmlns:a="http://schemas.openxmlformats.org/drawingml/2006/main" prst="ellipse">
            <a:avLst/>
          </a:prstGeom>
          <a:solidFill xmlns:a="http://schemas.openxmlformats.org/drawingml/2006/main">
            <a:srgbClr val="7968B0"/>
          </a:solidFill>
          <a:ln xmlns:a="http://schemas.openxmlformats.org/drawingml/2006/main" w="15240">
            <a:solidFill>
              <a:srgbClr val="7968B0"/>
            </a:solidFill>
            <a:prstDash val="solid"/>
          </a:ln>
        </p:spPr>
      </p:sp>
      <p:sp>
        <p:nvSpPr>
          <p:cNvPr id="119" name="velocity-label">
            <a:extLst xmlns:a="http://schemas.openxmlformats.org/drawingml/2006/main">
              <a:ext uri="{FF2B5EF4-FFF2-40B4-BE49-F238E27FC236}">
                <a16:creationId xmlns:a16="http://schemas.microsoft.com/office/drawing/2014/main" id="{2D8418DC-1BF2-44E4-80C2-84F8E099A906}"/>
              </a:ext>
            </a:extLst>
          </p:cNvPr>
          <p:cNvSpPr>
            <a:spLocks xmlns:a="http://schemas.openxmlformats.org/drawingml/2006/main" noGrp="1"/>
          </p:cNvSpPr>
          <p:nvPr/>
        </p:nvSpPr>
        <p:spPr>
          <a:xfrm xmlns:a="http://schemas.openxmlformats.org/drawingml/2006/main">
            <a:off x="7381875" y="3905250"/>
            <a:ext cx="33337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7968B0"/>
                </a:solidFill>
                <a:latin typeface="Arial"/>
                <a:ea typeface="Arial"/>
                <a:cs typeface="Arial"/>
              </a:defRPr>
            </a:pPr>
            <a:r>
              <a:rPr sz="2100" b="1" i="0">
                <a:solidFill>
                  <a:srgbClr val="7968B0"/>
                </a:solidFill>
                <a:latin typeface="Arial"/>
                <a:ea typeface="Arial"/>
                <a:cs typeface="Arial"/>
              </a:rPr>
              <a:t>vθ(xₜ, t, c)</a:t>
            </a:r>
          </a:p>
        </p:txBody>
      </p:sp>
      <p:sp>
        <p:nvSpPr>
          <p:cNvPr id="120" name="condition-label">
            <a:extLst xmlns:a="http://schemas.openxmlformats.org/drawingml/2006/main">
              <a:ext uri="{FF2B5EF4-FFF2-40B4-BE49-F238E27FC236}">
                <a16:creationId xmlns:a16="http://schemas.microsoft.com/office/drawing/2014/main" id="{388F456B-77AD-439E-A66E-37E39448DFA8}"/>
              </a:ext>
            </a:extLst>
          </p:cNvPr>
          <p:cNvSpPr>
            <a:spLocks xmlns:a="http://schemas.openxmlformats.org/drawingml/2006/main" noGrp="1"/>
          </p:cNvSpPr>
          <p:nvPr/>
        </p:nvSpPr>
        <p:spPr>
          <a:xfrm xmlns:a="http://schemas.openxmlformats.org/drawingml/2006/main">
            <a:off x="7753350" y="1562100"/>
            <a:ext cx="238125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i="0">
                <a:solidFill>
                  <a:srgbClr val="67758C"/>
                </a:solidFill>
                <a:latin typeface="Arial"/>
                <a:ea typeface="Arial"/>
                <a:cs typeface="Arial"/>
              </a:defRPr>
            </a:pPr>
            <a:r>
              <a:rPr sz="1725" b="0" i="0">
                <a:solidFill>
                  <a:srgbClr val="67758C"/>
                </a:solidFill>
                <a:latin typeface="Arial"/>
                <a:ea typeface="Arial"/>
                <a:cs typeface="Arial"/>
              </a:rPr>
              <a:t>Time t, condition c</a:t>
            </a:r>
          </a:p>
        </p:txBody>
      </p:sp>
      <p:sp>
        <p:nvSpPr>
          <p:cNvPr id="121" name="condition-input">
            <a:extLst xmlns:a="http://schemas.openxmlformats.org/drawingml/2006/main">
              <a:ext uri="{FF2B5EF4-FFF2-40B4-BE49-F238E27FC236}">
                <a16:creationId xmlns:a16="http://schemas.microsoft.com/office/drawing/2014/main" id="{31E6E964-2352-4944-ABAD-C5107EA4C449}"/>
              </a:ext>
            </a:extLst>
          </p:cNvPr>
          <p:cNvSpPr>
            <a:spLocks xmlns:a="http://schemas.openxmlformats.org/drawingml/2006/main" noGrp="1"/>
          </p:cNvSpPr>
          <p:nvPr/>
        </p:nvSpPr>
        <p:spPr>
          <a:xfrm xmlns:a="http://schemas.openxmlformats.org/drawingml/2006/main">
            <a:off x="8505825" y="1914525"/>
            <a:ext cx="95" cy="123825"/>
          </a:xfrm>
          <a:custGeom xmlns:a="http://schemas.openxmlformats.org/drawingml/2006/main">
            <a:pathLst>
              <a:path w="95" h="123825">
                <a:moveTo>
                  <a:pt x="0" y="0"/>
                </a:moveTo>
                <a:lnTo>
                  <a:pt x="0" y="123825"/>
                </a:lnTo>
              </a:path>
            </a:pathLst>
          </a:custGeom>
          <a:noFill xmlns:a="http://schemas.openxmlformats.org/drawingml/2006/main"/>
          <a:ln xmlns:a="http://schemas.openxmlformats.org/drawingml/2006/main" w="19050">
            <a:solidFill>
              <a:srgbClr val="67758C"/>
            </a:solidFill>
            <a:prstDash val="dash"/>
          </a:ln>
        </p:spPr>
      </p:sp>
      <p:sp>
        <p:nvSpPr>
          <p:cNvPr id="122" name="condition-input--arrow">
            <a:extLst xmlns:a="http://schemas.openxmlformats.org/drawingml/2006/main">
              <a:ext uri="{FF2B5EF4-FFF2-40B4-BE49-F238E27FC236}">
                <a16:creationId xmlns:a16="http://schemas.microsoft.com/office/drawing/2014/main" id="{BF6CBD33-5089-4799-943B-0FA89954A002}"/>
              </a:ext>
            </a:extLst>
          </p:cNvPr>
          <p:cNvSpPr>
            <a:spLocks xmlns:a="http://schemas.openxmlformats.org/drawingml/2006/main" noGrp="1"/>
          </p:cNvSpPr>
          <p:nvPr/>
        </p:nvSpPr>
        <p:spPr>
          <a:xfrm xmlns:a="http://schemas.openxmlformats.org/drawingml/2006/main">
            <a:off x="8456676" y="1924050"/>
            <a:ext cx="98298" cy="114300"/>
          </a:xfrm>
          <a:custGeom xmlns:a="http://schemas.openxmlformats.org/drawingml/2006/main">
            <a:pathLst>
              <a:path w="98298" h="114300">
                <a:moveTo>
                  <a:pt x="49149" y="114300"/>
                </a:moveTo>
                <a:lnTo>
                  <a:pt x="98298" y="0"/>
                </a:lnTo>
                <a:lnTo>
                  <a:pt x="0" y="0"/>
                </a:lnTo>
                <a:close/>
              </a:path>
            </a:pathLst>
          </a:custGeom>
          <a:solidFill xmlns:a="http://schemas.openxmlformats.org/drawingml/2006/main">
            <a:srgbClr val="67758C"/>
          </a:solidFill>
          <a:ln xmlns:a="http://schemas.openxmlformats.org/drawingml/2006/main" w="0">
            <a:noFill/>
            <a:prstDash val="solid"/>
          </a:ln>
        </p:spPr>
      </p:sp>
      <p:sp>
        <p:nvSpPr>
          <p:cNvPr id="123" name="prediction-output">
            <a:extLst xmlns:a="http://schemas.openxmlformats.org/drawingml/2006/main">
              <a:ext uri="{FF2B5EF4-FFF2-40B4-BE49-F238E27FC236}">
                <a16:creationId xmlns:a16="http://schemas.microsoft.com/office/drawing/2014/main" id="{CE70E61B-416E-4C5F-B7BE-519D3EB2AD22}"/>
              </a:ext>
            </a:extLst>
          </p:cNvPr>
          <p:cNvSpPr>
            <a:spLocks xmlns:a="http://schemas.openxmlformats.org/drawingml/2006/main" noGrp="1"/>
          </p:cNvSpPr>
          <p:nvPr/>
        </p:nvSpPr>
        <p:spPr>
          <a:xfrm xmlns:a="http://schemas.openxmlformats.org/drawingml/2006/main">
            <a:off x="9953625" y="2914650"/>
            <a:ext cx="581025" cy="95"/>
          </a:xfrm>
          <a:custGeom xmlns:a="http://schemas.openxmlformats.org/drawingml/2006/main">
            <a:pathLst>
              <a:path w="581025" h="95">
                <a:moveTo>
                  <a:pt x="0" y="0"/>
                </a:moveTo>
                <a:lnTo>
                  <a:pt x="581025" y="0"/>
                </a:lnTo>
              </a:path>
            </a:pathLst>
          </a:custGeom>
          <a:noFill xmlns:a="http://schemas.openxmlformats.org/drawingml/2006/main"/>
          <a:ln xmlns:a="http://schemas.openxmlformats.org/drawingml/2006/main" w="24765">
            <a:solidFill>
              <a:srgbClr val="24344F"/>
            </a:solidFill>
            <a:prstDash val="solid"/>
          </a:ln>
        </p:spPr>
      </p:sp>
      <p:sp>
        <p:nvSpPr>
          <p:cNvPr id="124" name="prediction-output--arrow">
            <a:extLst xmlns:a="http://schemas.openxmlformats.org/drawingml/2006/main">
              <a:ext uri="{FF2B5EF4-FFF2-40B4-BE49-F238E27FC236}">
                <a16:creationId xmlns:a16="http://schemas.microsoft.com/office/drawing/2014/main" id="{8C761084-3F14-477C-96D2-D9D722D09354}"/>
              </a:ext>
            </a:extLst>
          </p:cNvPr>
          <p:cNvSpPr>
            <a:spLocks xmlns:a="http://schemas.openxmlformats.org/drawingml/2006/main" noGrp="1"/>
          </p:cNvSpPr>
          <p:nvPr/>
        </p:nvSpPr>
        <p:spPr>
          <a:xfrm xmlns:a="http://schemas.openxmlformats.org/drawingml/2006/main">
            <a:off x="10414635" y="2863044"/>
            <a:ext cx="120015" cy="103213"/>
          </a:xfrm>
          <a:custGeom xmlns:a="http://schemas.openxmlformats.org/drawingml/2006/main">
            <a:pathLst>
              <a:path w="120015" h="103213">
                <a:moveTo>
                  <a:pt x="120015" y="51606"/>
                </a:moveTo>
                <a:lnTo>
                  <a:pt x="0" y="0"/>
                </a:lnTo>
                <a:lnTo>
                  <a:pt x="0" y="103213"/>
                </a:lnTo>
                <a:close/>
              </a:path>
            </a:pathLst>
          </a:custGeom>
          <a:solidFill xmlns:a="http://schemas.openxmlformats.org/drawingml/2006/main">
            <a:srgbClr val="24344F"/>
          </a:solidFill>
          <a:ln xmlns:a="http://schemas.openxmlformats.org/drawingml/2006/main" w="0">
            <a:noFill/>
            <a:prstDash val="solid"/>
          </a:ln>
        </p:spPr>
      </p:sp>
      <p:sp>
        <p:nvSpPr>
          <p:cNvPr id="125" name="predicted-label">
            <a:extLst xmlns:a="http://schemas.openxmlformats.org/drawingml/2006/main">
              <a:ext uri="{FF2B5EF4-FFF2-40B4-BE49-F238E27FC236}">
                <a16:creationId xmlns:a16="http://schemas.microsoft.com/office/drawing/2014/main" id="{90C209B1-2D30-4D53-97D4-4D79D5D4ED44}"/>
              </a:ext>
            </a:extLst>
          </p:cNvPr>
          <p:cNvSpPr>
            <a:spLocks xmlns:a="http://schemas.openxmlformats.org/drawingml/2006/main" noGrp="1"/>
          </p:cNvSpPr>
          <p:nvPr/>
        </p:nvSpPr>
        <p:spPr>
          <a:xfrm xmlns:a="http://schemas.openxmlformats.org/drawingml/2006/main">
            <a:off x="10401300" y="3257550"/>
            <a:ext cx="2286000" cy="2933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7968B0"/>
                </a:solidFill>
                <a:latin typeface="Arial"/>
                <a:ea typeface="Arial"/>
                <a:cs typeface="Arial"/>
              </a:defRPr>
            </a:pPr>
            <a:r>
              <a:rPr sz="1650" b="0" i="0">
                <a:solidFill>
                  <a:srgbClr val="7968B0"/>
                </a:solidFill>
                <a:latin typeface="Arial"/>
                <a:ea typeface="Arial"/>
                <a:cs typeface="Arial"/>
              </a:rPr>
              <a:t>Predicted velocity</a:t>
            </a:r>
          </a:p>
        </p:txBody>
      </p:sp>
      <p:sp>
        <p:nvSpPr>
          <p:cNvPr id="126" name="predicted-start">
            <a:extLst xmlns:a="http://schemas.openxmlformats.org/drawingml/2006/main">
              <a:ext uri="{FF2B5EF4-FFF2-40B4-BE49-F238E27FC236}">
                <a16:creationId xmlns:a16="http://schemas.microsoft.com/office/drawing/2014/main" id="{AEFFFBAF-FD68-433B-887F-C760728235A1}"/>
              </a:ext>
            </a:extLst>
          </p:cNvPr>
          <p:cNvSpPr>
            <a:spLocks xmlns:a="http://schemas.openxmlformats.org/drawingml/2006/main" noGrp="1"/>
          </p:cNvSpPr>
          <p:nvPr/>
        </p:nvSpPr>
        <p:spPr>
          <a:xfrm xmlns:a="http://schemas.openxmlformats.org/drawingml/2006/main">
            <a:off x="10801350" y="3009900"/>
            <a:ext cx="76200" cy="76200"/>
          </a:xfrm>
          <a:prstGeom xmlns:a="http://schemas.openxmlformats.org/drawingml/2006/main" prst="ellipse">
            <a:avLst/>
          </a:prstGeom>
          <a:solidFill xmlns:a="http://schemas.openxmlformats.org/drawingml/2006/main">
            <a:srgbClr val="7968B0"/>
          </a:solidFill>
          <a:ln xmlns:a="http://schemas.openxmlformats.org/drawingml/2006/main" w="0">
            <a:noFill/>
            <a:prstDash val="solid"/>
          </a:ln>
        </p:spPr>
      </p:sp>
      <p:sp>
        <p:nvSpPr>
          <p:cNvPr id="127" name="predicted-vector">
            <a:extLst xmlns:a="http://schemas.openxmlformats.org/drawingml/2006/main">
              <a:ext uri="{FF2B5EF4-FFF2-40B4-BE49-F238E27FC236}">
                <a16:creationId xmlns:a16="http://schemas.microsoft.com/office/drawing/2014/main" id="{FB3C0818-3CE7-4394-872D-B22CBC674123}"/>
              </a:ext>
            </a:extLst>
          </p:cNvPr>
          <p:cNvSpPr>
            <a:spLocks xmlns:a="http://schemas.openxmlformats.org/drawingml/2006/main" noGrp="1"/>
          </p:cNvSpPr>
          <p:nvPr/>
        </p:nvSpPr>
        <p:spPr>
          <a:xfrm xmlns:a="http://schemas.openxmlformats.org/drawingml/2006/main">
            <a:off x="10839450" y="2705100"/>
            <a:ext cx="781050" cy="342900"/>
          </a:xfrm>
          <a:custGeom xmlns:a="http://schemas.openxmlformats.org/drawingml/2006/main">
            <a:pathLst>
              <a:path w="781050" h="342900">
                <a:moveTo>
                  <a:pt x="0" y="342900"/>
                </a:moveTo>
                <a:lnTo>
                  <a:pt x="781050" y="0"/>
                </a:lnTo>
              </a:path>
            </a:pathLst>
          </a:custGeom>
          <a:noFill xmlns:a="http://schemas.openxmlformats.org/drawingml/2006/main"/>
          <a:ln xmlns:a="http://schemas.openxmlformats.org/drawingml/2006/main" w="38100">
            <a:solidFill>
              <a:srgbClr val="7968B0"/>
            </a:solidFill>
            <a:prstDash val="solid"/>
          </a:ln>
        </p:spPr>
      </p:sp>
      <p:sp>
        <p:nvSpPr>
          <p:cNvPr id="128" name="predicted-vector--arrow">
            <a:extLst xmlns:a="http://schemas.openxmlformats.org/drawingml/2006/main">
              <a:ext uri="{FF2B5EF4-FFF2-40B4-BE49-F238E27FC236}">
                <a16:creationId xmlns:a16="http://schemas.microsoft.com/office/drawing/2014/main" id="{2646A668-2C52-4D0D-85B5-566F0FD8BEAB}"/>
              </a:ext>
            </a:extLst>
          </p:cNvPr>
          <p:cNvSpPr>
            <a:spLocks xmlns:a="http://schemas.openxmlformats.org/drawingml/2006/main" noGrp="1"/>
          </p:cNvSpPr>
          <p:nvPr/>
        </p:nvSpPr>
        <p:spPr>
          <a:xfrm xmlns:a="http://schemas.openxmlformats.org/drawingml/2006/main">
            <a:off x="11475349" y="2705100"/>
            <a:ext cx="145151" cy="106109"/>
          </a:xfrm>
          <a:custGeom xmlns:a="http://schemas.openxmlformats.org/drawingml/2006/main">
            <a:pathLst>
              <a:path w="145151" h="106109">
                <a:moveTo>
                  <a:pt x="145151" y="0"/>
                </a:moveTo>
                <a:lnTo>
                  <a:pt x="0" y="1102"/>
                </a:lnTo>
                <a:lnTo>
                  <a:pt x="46101" y="106109"/>
                </a:lnTo>
                <a:close/>
              </a:path>
            </a:pathLst>
          </a:custGeom>
          <a:solidFill xmlns:a="http://schemas.openxmlformats.org/drawingml/2006/main">
            <a:srgbClr val="7968B0"/>
          </a:solidFill>
          <a:ln xmlns:a="http://schemas.openxmlformats.org/drawingml/2006/main" w="0">
            <a:noFill/>
            <a:prstDash val="solid"/>
          </a:ln>
        </p:spPr>
      </p:sp>
      <p:sp>
        <p:nvSpPr>
          <p:cNvPr id="129" name="target-label">
            <a:extLst xmlns:a="http://schemas.openxmlformats.org/drawingml/2006/main">
              <a:ext uri="{FF2B5EF4-FFF2-40B4-BE49-F238E27FC236}">
                <a16:creationId xmlns:a16="http://schemas.microsoft.com/office/drawing/2014/main" id="{E8DEBD23-D15E-4653-91C3-8469CF25D13D}"/>
              </a:ext>
            </a:extLst>
          </p:cNvPr>
          <p:cNvSpPr>
            <a:spLocks xmlns:a="http://schemas.openxmlformats.org/drawingml/2006/main" noGrp="1"/>
          </p:cNvSpPr>
          <p:nvPr/>
        </p:nvSpPr>
        <p:spPr>
          <a:xfrm xmlns:a="http://schemas.openxmlformats.org/drawingml/2006/main">
            <a:off x="10477500" y="1581150"/>
            <a:ext cx="24765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D98870"/>
                </a:solidFill>
                <a:latin typeface="Arial"/>
                <a:ea typeface="Arial"/>
                <a:cs typeface="Arial"/>
              </a:defRPr>
            </a:pPr>
            <a:r>
              <a:rPr sz="1800" b="1" i="0">
                <a:solidFill>
                  <a:srgbClr val="D98870"/>
                </a:solidFill>
                <a:latin typeface="Arial"/>
                <a:ea typeface="Arial"/>
                <a:cs typeface="Arial"/>
              </a:rPr>
              <a:t>Target  x₁ − x₀</a:t>
            </a:r>
          </a:p>
        </p:txBody>
      </p:sp>
      <p:sp>
        <p:nvSpPr>
          <p:cNvPr id="130" name="target-start">
            <a:extLst xmlns:a="http://schemas.openxmlformats.org/drawingml/2006/main">
              <a:ext uri="{FF2B5EF4-FFF2-40B4-BE49-F238E27FC236}">
                <a16:creationId xmlns:a16="http://schemas.microsoft.com/office/drawing/2014/main" id="{E7C8FB3C-DA55-4232-BDBC-20965F047BB7}"/>
              </a:ext>
            </a:extLst>
          </p:cNvPr>
          <p:cNvSpPr>
            <a:spLocks xmlns:a="http://schemas.openxmlformats.org/drawingml/2006/main" noGrp="1"/>
          </p:cNvSpPr>
          <p:nvPr/>
        </p:nvSpPr>
        <p:spPr>
          <a:xfrm xmlns:a="http://schemas.openxmlformats.org/drawingml/2006/main">
            <a:off x="10801350" y="2228850"/>
            <a:ext cx="76200" cy="7620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131" name="target-vector">
            <a:extLst xmlns:a="http://schemas.openxmlformats.org/drawingml/2006/main">
              <a:ext uri="{FF2B5EF4-FFF2-40B4-BE49-F238E27FC236}">
                <a16:creationId xmlns:a16="http://schemas.microsoft.com/office/drawing/2014/main" id="{C20F882A-ECF7-4304-B89A-9E47897E3E4F}"/>
              </a:ext>
            </a:extLst>
          </p:cNvPr>
          <p:cNvSpPr>
            <a:spLocks xmlns:a="http://schemas.openxmlformats.org/drawingml/2006/main" noGrp="1"/>
          </p:cNvSpPr>
          <p:nvPr/>
        </p:nvSpPr>
        <p:spPr>
          <a:xfrm xmlns:a="http://schemas.openxmlformats.org/drawingml/2006/main">
            <a:off x="10839450" y="2038350"/>
            <a:ext cx="781050" cy="228600"/>
          </a:xfrm>
          <a:custGeom xmlns:a="http://schemas.openxmlformats.org/drawingml/2006/main">
            <a:pathLst>
              <a:path w="781050" h="228600">
                <a:moveTo>
                  <a:pt x="0" y="228600"/>
                </a:moveTo>
                <a:lnTo>
                  <a:pt x="781050" y="0"/>
                </a:lnTo>
              </a:path>
            </a:pathLst>
          </a:custGeom>
          <a:noFill xmlns:a="http://schemas.openxmlformats.org/drawingml/2006/main"/>
          <a:ln xmlns:a="http://schemas.openxmlformats.org/drawingml/2006/main" w="38100">
            <a:solidFill>
              <a:srgbClr val="D98870"/>
            </a:solidFill>
            <a:prstDash val="solid"/>
          </a:ln>
        </p:spPr>
      </p:sp>
      <p:sp>
        <p:nvSpPr>
          <p:cNvPr id="132" name="target-vector--arrow">
            <a:extLst xmlns:a="http://schemas.openxmlformats.org/drawingml/2006/main">
              <a:ext uri="{FF2B5EF4-FFF2-40B4-BE49-F238E27FC236}">
                <a16:creationId xmlns:a16="http://schemas.microsoft.com/office/drawing/2014/main" id="{B2A93A1A-F972-4EED-915F-DF254F0E3CBB}"/>
              </a:ext>
            </a:extLst>
          </p:cNvPr>
          <p:cNvSpPr>
            <a:spLocks xmlns:a="http://schemas.openxmlformats.org/drawingml/2006/main" noGrp="1"/>
          </p:cNvSpPr>
          <p:nvPr/>
        </p:nvSpPr>
        <p:spPr>
          <a:xfrm xmlns:a="http://schemas.openxmlformats.org/drawingml/2006/main">
            <a:off x="11476412" y="2020776"/>
            <a:ext cx="144088" cy="110064"/>
          </a:xfrm>
          <a:custGeom xmlns:a="http://schemas.openxmlformats.org/drawingml/2006/main">
            <a:pathLst>
              <a:path w="144088" h="110064">
                <a:moveTo>
                  <a:pt x="144088" y="17574"/>
                </a:moveTo>
                <a:lnTo>
                  <a:pt x="0" y="0"/>
                </a:lnTo>
                <a:lnTo>
                  <a:pt x="32214" y="110064"/>
                </a:lnTo>
                <a:close/>
              </a:path>
            </a:pathLst>
          </a:custGeom>
          <a:solidFill xmlns:a="http://schemas.openxmlformats.org/drawingml/2006/main">
            <a:srgbClr val="D98870"/>
          </a:solidFill>
          <a:ln xmlns:a="http://schemas.openxmlformats.org/drawingml/2006/main" w="0">
            <a:noFill/>
            <a:prstDash val="solid"/>
          </a:ln>
        </p:spPr>
      </p:sp>
      <p:sp>
        <p:nvSpPr>
          <p:cNvPr id="133" name="loss-boundary">
            <a:extLst xmlns:a="http://schemas.openxmlformats.org/drawingml/2006/main">
              <a:ext uri="{FF2B5EF4-FFF2-40B4-BE49-F238E27FC236}">
                <a16:creationId xmlns:a16="http://schemas.microsoft.com/office/drawing/2014/main" id="{63057E0E-3738-4E9B-962C-87836A96CEC7}"/>
              </a:ext>
            </a:extLst>
          </p:cNvPr>
          <p:cNvSpPr>
            <a:spLocks xmlns:a="http://schemas.openxmlformats.org/drawingml/2006/main" noGrp="1"/>
          </p:cNvSpPr>
          <p:nvPr/>
        </p:nvSpPr>
        <p:spPr>
          <a:xfrm xmlns:a="http://schemas.openxmlformats.org/drawingml/2006/main">
            <a:off x="12706350" y="2162175"/>
            <a:ext cx="1847850" cy="1085850"/>
          </a:xfrm>
          <a:custGeom xmlns:a="http://schemas.openxmlformats.org/drawingml/2006/main">
            <a:pathLst>
              <a:path w="1847850" h="1085850">
                <a:moveTo>
                  <a:pt x="1752600" y="0"/>
                </a:moveTo>
                <a:lnTo>
                  <a:pt x="1765033" y="815"/>
                </a:lnTo>
                <a:lnTo>
                  <a:pt x="1777253" y="3246"/>
                </a:lnTo>
                <a:lnTo>
                  <a:pt x="1789051" y="7250"/>
                </a:lnTo>
                <a:lnTo>
                  <a:pt x="1800225" y="12761"/>
                </a:lnTo>
                <a:lnTo>
                  <a:pt x="1810585" y="19683"/>
                </a:lnTo>
                <a:lnTo>
                  <a:pt x="1819952" y="27898"/>
                </a:lnTo>
                <a:lnTo>
                  <a:pt x="1828167" y="37265"/>
                </a:lnTo>
                <a:lnTo>
                  <a:pt x="1835089" y="47625"/>
                </a:lnTo>
                <a:lnTo>
                  <a:pt x="1840600" y="58799"/>
                </a:lnTo>
                <a:lnTo>
                  <a:pt x="1844604" y="70597"/>
                </a:lnTo>
                <a:lnTo>
                  <a:pt x="1847035" y="82817"/>
                </a:lnTo>
                <a:lnTo>
                  <a:pt x="1847850" y="95250"/>
                </a:lnTo>
                <a:lnTo>
                  <a:pt x="1847850" y="990600"/>
                </a:lnTo>
                <a:lnTo>
                  <a:pt x="1847035" y="1003033"/>
                </a:lnTo>
                <a:lnTo>
                  <a:pt x="1844604" y="1015253"/>
                </a:lnTo>
                <a:lnTo>
                  <a:pt x="1840600" y="1027051"/>
                </a:lnTo>
                <a:lnTo>
                  <a:pt x="1835089" y="1038225"/>
                </a:lnTo>
                <a:lnTo>
                  <a:pt x="1828167" y="1048585"/>
                </a:lnTo>
                <a:lnTo>
                  <a:pt x="1819952" y="1057952"/>
                </a:lnTo>
                <a:lnTo>
                  <a:pt x="1810585" y="1066167"/>
                </a:lnTo>
                <a:lnTo>
                  <a:pt x="1800225" y="1073089"/>
                </a:lnTo>
                <a:lnTo>
                  <a:pt x="1789051" y="1078600"/>
                </a:lnTo>
                <a:lnTo>
                  <a:pt x="1777253" y="1082604"/>
                </a:lnTo>
                <a:lnTo>
                  <a:pt x="1765033" y="1085035"/>
                </a:lnTo>
                <a:lnTo>
                  <a:pt x="1752600" y="1085850"/>
                </a:lnTo>
                <a:lnTo>
                  <a:pt x="95250" y="1085850"/>
                </a:lnTo>
                <a:lnTo>
                  <a:pt x="82817" y="1085035"/>
                </a:lnTo>
                <a:lnTo>
                  <a:pt x="70597" y="1082604"/>
                </a:lnTo>
                <a:lnTo>
                  <a:pt x="58799" y="1078600"/>
                </a:lnTo>
                <a:lnTo>
                  <a:pt x="47625" y="1073089"/>
                </a:lnTo>
                <a:lnTo>
                  <a:pt x="37265" y="1066167"/>
                </a:lnTo>
                <a:lnTo>
                  <a:pt x="27898" y="1057952"/>
                </a:lnTo>
                <a:lnTo>
                  <a:pt x="19683" y="1048585"/>
                </a:lnTo>
                <a:lnTo>
                  <a:pt x="12761" y="1038225"/>
                </a:lnTo>
                <a:lnTo>
                  <a:pt x="7250" y="1027051"/>
                </a:lnTo>
                <a:lnTo>
                  <a:pt x="3246" y="1015253"/>
                </a:lnTo>
                <a:lnTo>
                  <a:pt x="815" y="1003033"/>
                </a:lnTo>
                <a:lnTo>
                  <a:pt x="0" y="990600"/>
                </a:lnTo>
                <a:lnTo>
                  <a:pt x="0" y="95250"/>
                </a:lnTo>
                <a:lnTo>
                  <a:pt x="815" y="82817"/>
                </a:lnTo>
                <a:lnTo>
                  <a:pt x="3246" y="70597"/>
                </a:lnTo>
                <a:lnTo>
                  <a:pt x="7250" y="58799"/>
                </a:lnTo>
                <a:lnTo>
                  <a:pt x="12761" y="47625"/>
                </a:lnTo>
                <a:lnTo>
                  <a:pt x="19683" y="37265"/>
                </a:lnTo>
                <a:lnTo>
                  <a:pt x="27898" y="27898"/>
                </a:lnTo>
                <a:lnTo>
                  <a:pt x="37265" y="19683"/>
                </a:lnTo>
                <a:lnTo>
                  <a:pt x="47625" y="12761"/>
                </a:lnTo>
                <a:lnTo>
                  <a:pt x="58799" y="7250"/>
                </a:lnTo>
                <a:lnTo>
                  <a:pt x="70597" y="3246"/>
                </a:lnTo>
                <a:lnTo>
                  <a:pt x="82817" y="815"/>
                </a:lnTo>
                <a:lnTo>
                  <a:pt x="95250" y="0"/>
                </a:lnTo>
                <a:close/>
              </a:path>
            </a:pathLst>
          </a:custGeom>
          <a:solidFill xmlns:a="http://schemas.openxmlformats.org/drawingml/2006/main">
            <a:srgbClr val="F8F4F1"/>
          </a:solidFill>
          <a:ln xmlns:a="http://schemas.openxmlformats.org/drawingml/2006/main" w="15240">
            <a:solidFill>
              <a:srgbClr val="DBC0B5"/>
            </a:solidFill>
            <a:prstDash val="solid"/>
          </a:ln>
        </p:spPr>
      </p:sp>
      <p:sp>
        <p:nvSpPr>
          <p:cNvPr id="134" name="loss-label">
            <a:extLst xmlns:a="http://schemas.openxmlformats.org/drawingml/2006/main">
              <a:ext uri="{FF2B5EF4-FFF2-40B4-BE49-F238E27FC236}">
                <a16:creationId xmlns:a16="http://schemas.microsoft.com/office/drawing/2014/main" id="{FD868FFA-1A92-4625-ACC5-C0984ABE7BB1}"/>
              </a:ext>
            </a:extLst>
          </p:cNvPr>
          <p:cNvSpPr>
            <a:spLocks xmlns:a="http://schemas.openxmlformats.org/drawingml/2006/main" noGrp="1"/>
          </p:cNvSpPr>
          <p:nvPr/>
        </p:nvSpPr>
        <p:spPr>
          <a:xfrm xmlns:a="http://schemas.openxmlformats.org/drawingml/2006/main">
            <a:off x="12954000" y="2352675"/>
            <a:ext cx="17145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24344F"/>
                </a:solidFill>
                <a:latin typeface="Arial"/>
                <a:ea typeface="Arial"/>
                <a:cs typeface="Arial"/>
              </a:defRPr>
            </a:pPr>
            <a:r>
              <a:rPr sz="1800" b="1" i="0">
                <a:solidFill>
                  <a:srgbClr val="24344F"/>
                </a:solidFill>
                <a:latin typeface="Arial"/>
                <a:ea typeface="Arial"/>
                <a:cs typeface="Arial"/>
              </a:rPr>
              <a:t>Velocity loss</a:t>
            </a:r>
          </a:p>
        </p:txBody>
      </p:sp>
      <p:sp>
        <p:nvSpPr>
          <p:cNvPr id="135" name="loss-operator">
            <a:extLst xmlns:a="http://schemas.openxmlformats.org/drawingml/2006/main">
              <a:ext uri="{FF2B5EF4-FFF2-40B4-BE49-F238E27FC236}">
                <a16:creationId xmlns:a16="http://schemas.microsoft.com/office/drawing/2014/main" id="{8969CAC5-816A-40D8-AF77-2578F9393940}"/>
              </a:ext>
            </a:extLst>
          </p:cNvPr>
          <p:cNvSpPr>
            <a:spLocks xmlns:a="http://schemas.openxmlformats.org/drawingml/2006/main" noGrp="1"/>
          </p:cNvSpPr>
          <p:nvPr/>
        </p:nvSpPr>
        <p:spPr>
          <a:xfrm xmlns:a="http://schemas.openxmlformats.org/drawingml/2006/main">
            <a:off x="13068300" y="2667000"/>
            <a:ext cx="14287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4344F"/>
                </a:solidFill>
                <a:latin typeface="Arial"/>
                <a:ea typeface="Arial"/>
                <a:cs typeface="Arial"/>
              </a:defRPr>
            </a:pPr>
            <a:r>
              <a:rPr sz="1950" b="0" i="0">
                <a:solidFill>
                  <a:srgbClr val="24344F"/>
                </a:solidFill>
                <a:latin typeface="Arial"/>
                <a:ea typeface="Arial"/>
                <a:cs typeface="Arial"/>
              </a:rPr>
              <a:t>‖vθ − uₜ‖²</a:t>
            </a:r>
          </a:p>
        </p:txBody>
      </p:sp>
      <p:sp>
        <p:nvSpPr>
          <p:cNvPr id="136" name="predicted-to-loss">
            <a:extLst xmlns:a="http://schemas.openxmlformats.org/drawingml/2006/main">
              <a:ext uri="{FF2B5EF4-FFF2-40B4-BE49-F238E27FC236}">
                <a16:creationId xmlns:a16="http://schemas.microsoft.com/office/drawing/2014/main" id="{5F983AB8-1A98-4622-93CE-E243F3B5E115}"/>
              </a:ext>
            </a:extLst>
          </p:cNvPr>
          <p:cNvSpPr>
            <a:spLocks xmlns:a="http://schemas.openxmlformats.org/drawingml/2006/main" noGrp="1"/>
          </p:cNvSpPr>
          <p:nvPr/>
        </p:nvSpPr>
        <p:spPr>
          <a:xfrm xmlns:a="http://schemas.openxmlformats.org/drawingml/2006/main">
            <a:off x="11820525" y="2905125"/>
            <a:ext cx="885825" cy="95"/>
          </a:xfrm>
          <a:custGeom xmlns:a="http://schemas.openxmlformats.org/drawingml/2006/main">
            <a:pathLst>
              <a:path w="885825" h="95">
                <a:moveTo>
                  <a:pt x="0" y="0"/>
                </a:moveTo>
                <a:lnTo>
                  <a:pt x="885825" y="0"/>
                </a:lnTo>
              </a:path>
            </a:pathLst>
          </a:custGeom>
          <a:noFill xmlns:a="http://schemas.openxmlformats.org/drawingml/2006/main"/>
          <a:ln xmlns:a="http://schemas.openxmlformats.org/drawingml/2006/main" w="21908">
            <a:solidFill>
              <a:srgbClr val="7968B0"/>
            </a:solidFill>
            <a:prstDash val="solid"/>
          </a:ln>
        </p:spPr>
      </p:sp>
      <p:sp>
        <p:nvSpPr>
          <p:cNvPr id="137" name="predicted-to-loss--arrow">
            <a:extLst xmlns:a="http://schemas.openxmlformats.org/drawingml/2006/main">
              <a:ext uri="{FF2B5EF4-FFF2-40B4-BE49-F238E27FC236}">
                <a16:creationId xmlns:a16="http://schemas.microsoft.com/office/drawing/2014/main" id="{BD6D80EC-77D8-415F-9108-D6410D285732}"/>
              </a:ext>
            </a:extLst>
          </p:cNvPr>
          <p:cNvSpPr>
            <a:spLocks xmlns:a="http://schemas.openxmlformats.org/drawingml/2006/main" noGrp="1"/>
          </p:cNvSpPr>
          <p:nvPr/>
        </p:nvSpPr>
        <p:spPr>
          <a:xfrm xmlns:a="http://schemas.openxmlformats.org/drawingml/2006/main">
            <a:off x="12589193" y="2854747"/>
            <a:ext cx="117157" cy="100755"/>
          </a:xfrm>
          <a:custGeom xmlns:a="http://schemas.openxmlformats.org/drawingml/2006/main">
            <a:pathLst>
              <a:path w="117157" h="100755">
                <a:moveTo>
                  <a:pt x="117157" y="50378"/>
                </a:moveTo>
                <a:lnTo>
                  <a:pt x="0" y="0"/>
                </a:lnTo>
                <a:lnTo>
                  <a:pt x="0" y="100755"/>
                </a:lnTo>
                <a:close/>
              </a:path>
            </a:pathLst>
          </a:custGeom>
          <a:solidFill xmlns:a="http://schemas.openxmlformats.org/drawingml/2006/main">
            <a:srgbClr val="7968B0"/>
          </a:solidFill>
          <a:ln xmlns:a="http://schemas.openxmlformats.org/drawingml/2006/main" w="0">
            <a:noFill/>
            <a:prstDash val="solid"/>
          </a:ln>
        </p:spPr>
      </p:sp>
      <p:sp>
        <p:nvSpPr>
          <p:cNvPr id="138" name="target-to-loss">
            <a:extLst xmlns:a="http://schemas.openxmlformats.org/drawingml/2006/main">
              <a:ext uri="{FF2B5EF4-FFF2-40B4-BE49-F238E27FC236}">
                <a16:creationId xmlns:a16="http://schemas.microsoft.com/office/drawing/2014/main" id="{72130430-7798-47F4-841F-959E8E76BE24}"/>
              </a:ext>
            </a:extLst>
          </p:cNvPr>
          <p:cNvSpPr>
            <a:spLocks xmlns:a="http://schemas.openxmlformats.org/drawingml/2006/main" noGrp="1"/>
          </p:cNvSpPr>
          <p:nvPr/>
        </p:nvSpPr>
        <p:spPr>
          <a:xfrm xmlns:a="http://schemas.openxmlformats.org/drawingml/2006/main">
            <a:off x="11820525" y="2152650"/>
            <a:ext cx="885825" cy="247650"/>
          </a:xfrm>
          <a:custGeom xmlns:a="http://schemas.openxmlformats.org/drawingml/2006/main">
            <a:pathLst>
              <a:path w="885825" h="247650">
                <a:moveTo>
                  <a:pt x="0" y="0"/>
                </a:moveTo>
                <a:lnTo>
                  <a:pt x="466725" y="0"/>
                </a:lnTo>
                <a:lnTo>
                  <a:pt x="466725" y="247650"/>
                </a:lnTo>
                <a:lnTo>
                  <a:pt x="885825" y="247650"/>
                </a:lnTo>
              </a:path>
            </a:pathLst>
          </a:custGeom>
          <a:noFill xmlns:a="http://schemas.openxmlformats.org/drawingml/2006/main"/>
          <a:ln xmlns:a="http://schemas.openxmlformats.org/drawingml/2006/main" w="21908">
            <a:solidFill>
              <a:srgbClr val="D98870"/>
            </a:solidFill>
            <a:prstDash val="solid"/>
          </a:ln>
        </p:spPr>
      </p:sp>
      <p:sp>
        <p:nvSpPr>
          <p:cNvPr id="139" name="target-to-loss--arrow">
            <a:extLst xmlns:a="http://schemas.openxmlformats.org/drawingml/2006/main">
              <a:ext uri="{FF2B5EF4-FFF2-40B4-BE49-F238E27FC236}">
                <a16:creationId xmlns:a16="http://schemas.microsoft.com/office/drawing/2014/main" id="{DE0102B3-7272-4285-B3B5-67DBCCCFAB77}"/>
              </a:ext>
            </a:extLst>
          </p:cNvPr>
          <p:cNvSpPr>
            <a:spLocks xmlns:a="http://schemas.openxmlformats.org/drawingml/2006/main" noGrp="1"/>
          </p:cNvSpPr>
          <p:nvPr/>
        </p:nvSpPr>
        <p:spPr>
          <a:xfrm xmlns:a="http://schemas.openxmlformats.org/drawingml/2006/main">
            <a:off x="12589193" y="2349922"/>
            <a:ext cx="117157" cy="100755"/>
          </a:xfrm>
          <a:custGeom xmlns:a="http://schemas.openxmlformats.org/drawingml/2006/main">
            <a:pathLst>
              <a:path w="117157" h="100755">
                <a:moveTo>
                  <a:pt x="117157" y="50378"/>
                </a:moveTo>
                <a:lnTo>
                  <a:pt x="0" y="0"/>
                </a:lnTo>
                <a:lnTo>
                  <a:pt x="0" y="100755"/>
                </a:lnTo>
                <a:close/>
              </a:path>
            </a:pathLst>
          </a:custGeom>
          <a:solidFill xmlns:a="http://schemas.openxmlformats.org/drawingml/2006/main">
            <a:srgbClr val="D98870"/>
          </a:solidFill>
          <a:ln xmlns:a="http://schemas.openxmlformats.org/drawingml/2006/main" w="0">
            <a:noFill/>
            <a:prstDash val="solid"/>
          </a:ln>
        </p:spPr>
      </p:sp>
      <p:sp>
        <p:nvSpPr>
          <p:cNvPr id="140" name="target-definition">
            <a:extLst xmlns:a="http://schemas.openxmlformats.org/drawingml/2006/main">
              <a:ext uri="{FF2B5EF4-FFF2-40B4-BE49-F238E27FC236}">
                <a16:creationId xmlns:a16="http://schemas.microsoft.com/office/drawing/2014/main" id="{5225B1AE-2792-473A-A048-02121931ECC9}"/>
              </a:ext>
            </a:extLst>
          </p:cNvPr>
          <p:cNvSpPr>
            <a:spLocks xmlns:a="http://schemas.openxmlformats.org/drawingml/2006/main" noGrp="1"/>
          </p:cNvSpPr>
          <p:nvPr/>
        </p:nvSpPr>
        <p:spPr>
          <a:xfrm xmlns:a="http://schemas.openxmlformats.org/drawingml/2006/main">
            <a:off x="10448925" y="3886200"/>
            <a:ext cx="423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D98870"/>
                </a:solidFill>
                <a:latin typeface="Arial"/>
                <a:ea typeface="Arial"/>
                <a:cs typeface="Arial"/>
              </a:defRPr>
            </a:pPr>
            <a:r>
              <a:rPr sz="1875" b="0" i="0">
                <a:solidFill>
                  <a:srgbClr val="D98870"/>
                </a:solidFill>
                <a:latin typeface="Arial"/>
                <a:ea typeface="Arial"/>
                <a:cs typeface="Arial"/>
              </a:rPr>
              <a:t>uₜ = x₁ − x₀</a:t>
            </a:r>
          </a:p>
        </p:txBody>
      </p:sp>
      <p:sp>
        <p:nvSpPr>
          <p:cNvPr id="141" name="section-rule">
            <a:extLst xmlns:a="http://schemas.openxmlformats.org/drawingml/2006/main">
              <a:ext uri="{FF2B5EF4-FFF2-40B4-BE49-F238E27FC236}">
                <a16:creationId xmlns:a16="http://schemas.microsoft.com/office/drawing/2014/main" id="{C502504B-B59E-4770-A38D-5E906DF8C41C}"/>
              </a:ext>
            </a:extLst>
          </p:cNvPr>
          <p:cNvSpPr>
            <a:spLocks xmlns:a="http://schemas.openxmlformats.org/drawingml/2006/main" noGrp="1"/>
          </p:cNvSpPr>
          <p:nvPr/>
        </p:nvSpPr>
        <p:spPr>
          <a:xfrm xmlns:a="http://schemas.openxmlformats.org/drawingml/2006/main">
            <a:off x="514350" y="4600575"/>
            <a:ext cx="14192250" cy="95"/>
          </a:xfrm>
          <a:custGeom xmlns:a="http://schemas.openxmlformats.org/drawingml/2006/main">
            <a:pathLst>
              <a:path w="14192250" h="95">
                <a:moveTo>
                  <a:pt x="0" y="0"/>
                </a:moveTo>
                <a:lnTo>
                  <a:pt x="14192250" y="0"/>
                </a:lnTo>
              </a:path>
            </a:pathLst>
          </a:custGeom>
          <a:noFill xmlns:a="http://schemas.openxmlformats.org/drawingml/2006/main"/>
          <a:ln xmlns:a="http://schemas.openxmlformats.org/drawingml/2006/main" w="14288">
            <a:solidFill>
              <a:srgbClr val="D4DBE5"/>
            </a:solidFill>
            <a:prstDash val="solid"/>
          </a:ln>
        </p:spPr>
      </p:sp>
      <p:sp>
        <p:nvSpPr>
          <p:cNvPr id="142" name="sampling-label">
            <a:extLst xmlns:a="http://schemas.openxmlformats.org/drawingml/2006/main">
              <a:ext uri="{FF2B5EF4-FFF2-40B4-BE49-F238E27FC236}">
                <a16:creationId xmlns:a16="http://schemas.microsoft.com/office/drawing/2014/main" id="{E2E77A8B-76C5-4BC2-A028-58A98150F6DB}"/>
              </a:ext>
            </a:extLst>
          </p:cNvPr>
          <p:cNvSpPr>
            <a:spLocks xmlns:a="http://schemas.openxmlformats.org/drawingml/2006/main" noGrp="1"/>
          </p:cNvSpPr>
          <p:nvPr/>
        </p:nvSpPr>
        <p:spPr>
          <a:xfrm xmlns:a="http://schemas.openxmlformats.org/drawingml/2006/main">
            <a:off x="514350" y="4848225"/>
            <a:ext cx="36861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24344F"/>
                </a:solidFill>
                <a:latin typeface="Arial"/>
                <a:ea typeface="Arial"/>
                <a:cs typeface="Arial"/>
              </a:defRPr>
            </a:pPr>
            <a:r>
              <a:rPr sz="2100" b="1" i="0">
                <a:solidFill>
                  <a:srgbClr val="24344F"/>
                </a:solidFill>
                <a:latin typeface="Arial"/>
                <a:ea typeface="Arial"/>
                <a:cs typeface="Arial"/>
              </a:rPr>
              <a:t>(b)  Conditional generation</a:t>
            </a:r>
          </a:p>
        </p:txBody>
      </p:sp>
      <p:sp>
        <p:nvSpPr>
          <p:cNvPr id="143" name="sampling-subtitle">
            <a:extLst xmlns:a="http://schemas.openxmlformats.org/drawingml/2006/main">
              <a:ext uri="{FF2B5EF4-FFF2-40B4-BE49-F238E27FC236}">
                <a16:creationId xmlns:a16="http://schemas.microsoft.com/office/drawing/2014/main" id="{A044EAC3-C426-4293-AF7B-7C1C37E9EFE5}"/>
              </a:ext>
            </a:extLst>
          </p:cNvPr>
          <p:cNvSpPr>
            <a:spLocks xmlns:a="http://schemas.openxmlformats.org/drawingml/2006/main" noGrp="1"/>
          </p:cNvSpPr>
          <p:nvPr/>
        </p:nvSpPr>
        <p:spPr>
          <a:xfrm xmlns:a="http://schemas.openxmlformats.org/drawingml/2006/main">
            <a:off x="4276725" y="4895850"/>
            <a:ext cx="9620250" cy="2933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67758C"/>
                </a:solidFill>
                <a:latin typeface="Arial"/>
                <a:ea typeface="Arial"/>
                <a:cs typeface="Arial"/>
              </a:defRPr>
            </a:pPr>
            <a:r>
              <a:rPr sz="1650" b="0" i="0">
                <a:solidFill>
                  <a:srgbClr val="67758C"/>
                </a:solidFill>
                <a:latin typeface="Arial"/>
                <a:ea typeface="Arial"/>
                <a:cs typeface="Arial"/>
              </a:rPr>
              <a:t>Integrate the learned field from fresh noise</a:t>
            </a:r>
          </a:p>
        </p:txBody>
      </p:sp>
      <p:sp>
        <p:nvSpPr>
          <p:cNvPr id="144" name="fresh-noise-0">
            <a:extLst xmlns:a="http://schemas.openxmlformats.org/drawingml/2006/main">
              <a:ext uri="{FF2B5EF4-FFF2-40B4-BE49-F238E27FC236}">
                <a16:creationId xmlns:a16="http://schemas.microsoft.com/office/drawing/2014/main" id="{9AFC3EDA-D718-444A-B488-BA761F1E4025}"/>
              </a:ext>
            </a:extLst>
          </p:cNvPr>
          <p:cNvSpPr>
            <a:spLocks xmlns:a="http://schemas.openxmlformats.org/drawingml/2006/main" noGrp="1"/>
          </p:cNvSpPr>
          <p:nvPr/>
        </p:nvSpPr>
        <p:spPr>
          <a:xfrm xmlns:a="http://schemas.openxmlformats.org/drawingml/2006/main">
            <a:off x="1307783" y="6946583"/>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45" name="fresh-noise-1">
            <a:extLst xmlns:a="http://schemas.openxmlformats.org/drawingml/2006/main">
              <a:ext uri="{FF2B5EF4-FFF2-40B4-BE49-F238E27FC236}">
                <a16:creationId xmlns:a16="http://schemas.microsoft.com/office/drawing/2014/main" id="{DD3D15BA-BC9F-4261-B8F1-C76894CC27D6}"/>
              </a:ext>
            </a:extLst>
          </p:cNvPr>
          <p:cNvSpPr>
            <a:spLocks xmlns:a="http://schemas.openxmlformats.org/drawingml/2006/main" noGrp="1"/>
          </p:cNvSpPr>
          <p:nvPr/>
        </p:nvSpPr>
        <p:spPr>
          <a:xfrm xmlns:a="http://schemas.openxmlformats.org/drawingml/2006/main">
            <a:off x="1113315" y="7023823"/>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46" name="fresh-noise-2">
            <a:extLst xmlns:a="http://schemas.openxmlformats.org/drawingml/2006/main">
              <a:ext uri="{FF2B5EF4-FFF2-40B4-BE49-F238E27FC236}">
                <a16:creationId xmlns:a16="http://schemas.microsoft.com/office/drawing/2014/main" id="{60F9CAB5-D1C1-4C63-9683-61884680E092}"/>
              </a:ext>
            </a:extLst>
          </p:cNvPr>
          <p:cNvSpPr>
            <a:spLocks xmlns:a="http://schemas.openxmlformats.org/drawingml/2006/main" noGrp="1"/>
          </p:cNvSpPr>
          <p:nvPr/>
        </p:nvSpPr>
        <p:spPr>
          <a:xfrm xmlns:a="http://schemas.openxmlformats.org/drawingml/2006/main">
            <a:off x="1243491" y="6799344"/>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47" name="fresh-noise-3">
            <a:extLst xmlns:a="http://schemas.openxmlformats.org/drawingml/2006/main">
              <a:ext uri="{FF2B5EF4-FFF2-40B4-BE49-F238E27FC236}">
                <a16:creationId xmlns:a16="http://schemas.microsoft.com/office/drawing/2014/main" id="{25AFB903-E4B8-432E-89E4-A3BFC91A9C5C}"/>
              </a:ext>
            </a:extLst>
          </p:cNvPr>
          <p:cNvSpPr>
            <a:spLocks xmlns:a="http://schemas.openxmlformats.org/drawingml/2006/main" noGrp="1"/>
          </p:cNvSpPr>
          <p:nvPr/>
        </p:nvSpPr>
        <p:spPr>
          <a:xfrm xmlns:a="http://schemas.openxmlformats.org/drawingml/2006/main">
            <a:off x="1363269" y="7075401"/>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48" name="fresh-noise-4">
            <a:extLst xmlns:a="http://schemas.openxmlformats.org/drawingml/2006/main">
              <a:ext uri="{FF2B5EF4-FFF2-40B4-BE49-F238E27FC236}">
                <a16:creationId xmlns:a16="http://schemas.microsoft.com/office/drawing/2014/main" id="{0F1D623E-D4E1-4C45-A4AD-BADD1346669A}"/>
              </a:ext>
            </a:extLst>
          </p:cNvPr>
          <p:cNvSpPr>
            <a:spLocks xmlns:a="http://schemas.openxmlformats.org/drawingml/2006/main" noGrp="1"/>
          </p:cNvSpPr>
          <p:nvPr/>
        </p:nvSpPr>
        <p:spPr>
          <a:xfrm xmlns:a="http://schemas.openxmlformats.org/drawingml/2006/main">
            <a:off x="994716" y="6913096"/>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49" name="fresh-noise-5">
            <a:extLst xmlns:a="http://schemas.openxmlformats.org/drawingml/2006/main">
              <a:ext uri="{FF2B5EF4-FFF2-40B4-BE49-F238E27FC236}">
                <a16:creationId xmlns:a16="http://schemas.microsoft.com/office/drawing/2014/main" id="{C4EE1D04-CD1D-46E7-90AF-A01DC9B0A8E4}"/>
              </a:ext>
            </a:extLst>
          </p:cNvPr>
          <p:cNvSpPr>
            <a:spLocks xmlns:a="http://schemas.openxmlformats.org/drawingml/2006/main" noGrp="1"/>
          </p:cNvSpPr>
          <p:nvPr/>
        </p:nvSpPr>
        <p:spPr>
          <a:xfrm xmlns:a="http://schemas.openxmlformats.org/drawingml/2006/main">
            <a:off x="1443863" y="6838267"/>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0" name="fresh-noise-6">
            <a:extLst xmlns:a="http://schemas.openxmlformats.org/drawingml/2006/main">
              <a:ext uri="{FF2B5EF4-FFF2-40B4-BE49-F238E27FC236}">
                <a16:creationId xmlns:a16="http://schemas.microsoft.com/office/drawing/2014/main" id="{3D4DA1D8-8071-4B40-A030-C84234FB2881}"/>
              </a:ext>
            </a:extLst>
          </p:cNvPr>
          <p:cNvSpPr>
            <a:spLocks xmlns:a="http://schemas.openxmlformats.org/drawingml/2006/main" noGrp="1"/>
          </p:cNvSpPr>
          <p:nvPr/>
        </p:nvSpPr>
        <p:spPr>
          <a:xfrm xmlns:a="http://schemas.openxmlformats.org/drawingml/2006/main">
            <a:off x="1160322" y="7145412"/>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1" name="fresh-noise-7">
            <a:extLst xmlns:a="http://schemas.openxmlformats.org/drawingml/2006/main">
              <a:ext uri="{FF2B5EF4-FFF2-40B4-BE49-F238E27FC236}">
                <a16:creationId xmlns:a16="http://schemas.microsoft.com/office/drawing/2014/main" id="{790610A9-D848-4E43-BD7B-70174935304D}"/>
              </a:ext>
            </a:extLst>
          </p:cNvPr>
          <p:cNvSpPr>
            <a:spLocks xmlns:a="http://schemas.openxmlformats.org/drawingml/2006/main" noGrp="1"/>
          </p:cNvSpPr>
          <p:nvPr/>
        </p:nvSpPr>
        <p:spPr>
          <a:xfrm xmlns:a="http://schemas.openxmlformats.org/drawingml/2006/main">
            <a:off x="1095345" y="6750913"/>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2" name="fresh-noise-8">
            <a:extLst xmlns:a="http://schemas.openxmlformats.org/drawingml/2006/main">
              <a:ext uri="{FF2B5EF4-FFF2-40B4-BE49-F238E27FC236}">
                <a16:creationId xmlns:a16="http://schemas.microsoft.com/office/drawing/2014/main" id="{136C5EE4-13A5-4D1F-B7E0-96205B7C29FE}"/>
              </a:ext>
            </a:extLst>
          </p:cNvPr>
          <p:cNvSpPr>
            <a:spLocks xmlns:a="http://schemas.openxmlformats.org/drawingml/2006/main" noGrp="1"/>
          </p:cNvSpPr>
          <p:nvPr/>
        </p:nvSpPr>
        <p:spPr>
          <a:xfrm xmlns:a="http://schemas.openxmlformats.org/drawingml/2006/main">
            <a:off x="1513500" y="7020335"/>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3" name="fresh-noise-9">
            <a:extLst xmlns:a="http://schemas.openxmlformats.org/drawingml/2006/main">
              <a:ext uri="{FF2B5EF4-FFF2-40B4-BE49-F238E27FC236}">
                <a16:creationId xmlns:a16="http://schemas.microsoft.com/office/drawing/2014/main" id="{7C745E4C-7F5C-4700-BEA3-F9BBBD0408A1}"/>
              </a:ext>
            </a:extLst>
          </p:cNvPr>
          <p:cNvSpPr>
            <a:spLocks xmlns:a="http://schemas.openxmlformats.org/drawingml/2006/main" noGrp="1"/>
          </p:cNvSpPr>
          <p:nvPr/>
        </p:nvSpPr>
        <p:spPr>
          <a:xfrm xmlns:a="http://schemas.openxmlformats.org/drawingml/2006/main">
            <a:off x="936639" y="7037901"/>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4" name="fresh-noise-10">
            <a:extLst xmlns:a="http://schemas.openxmlformats.org/drawingml/2006/main">
              <a:ext uri="{FF2B5EF4-FFF2-40B4-BE49-F238E27FC236}">
                <a16:creationId xmlns:a16="http://schemas.microsoft.com/office/drawing/2014/main" id="{59386A19-5D4C-40A7-AEFA-B21672D0137E}"/>
              </a:ext>
            </a:extLst>
          </p:cNvPr>
          <p:cNvSpPr>
            <a:spLocks xmlns:a="http://schemas.openxmlformats.org/drawingml/2006/main" noGrp="1"/>
          </p:cNvSpPr>
          <p:nvPr/>
        </p:nvSpPr>
        <p:spPr>
          <a:xfrm xmlns:a="http://schemas.openxmlformats.org/drawingml/2006/main">
            <a:off x="1370004" y="6718517"/>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5" name="fresh-noise-11">
            <a:extLst xmlns:a="http://schemas.openxmlformats.org/drawingml/2006/main">
              <a:ext uri="{FF2B5EF4-FFF2-40B4-BE49-F238E27FC236}">
                <a16:creationId xmlns:a16="http://schemas.microsoft.com/office/drawing/2014/main" id="{828EBE3E-C27C-4079-AA0A-BFC9ACF7C20A}"/>
              </a:ext>
            </a:extLst>
          </p:cNvPr>
          <p:cNvSpPr>
            <a:spLocks xmlns:a="http://schemas.openxmlformats.org/drawingml/2006/main" noGrp="1"/>
          </p:cNvSpPr>
          <p:nvPr/>
        </p:nvSpPr>
        <p:spPr>
          <a:xfrm xmlns:a="http://schemas.openxmlformats.org/drawingml/2006/main">
            <a:off x="1330001" y="7188508"/>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6" name="fresh-noise-12">
            <a:extLst xmlns:a="http://schemas.openxmlformats.org/drawingml/2006/main">
              <a:ext uri="{FF2B5EF4-FFF2-40B4-BE49-F238E27FC236}">
                <a16:creationId xmlns:a16="http://schemas.microsoft.com/office/drawing/2014/main" id="{902E2F68-E6AD-42E8-AFE7-974A8B5FCC3F}"/>
              </a:ext>
            </a:extLst>
          </p:cNvPr>
          <p:cNvSpPr>
            <a:spLocks xmlns:a="http://schemas.openxmlformats.org/drawingml/2006/main" noGrp="1"/>
          </p:cNvSpPr>
          <p:nvPr/>
        </p:nvSpPr>
        <p:spPr>
          <a:xfrm xmlns:a="http://schemas.openxmlformats.org/drawingml/2006/main">
            <a:off x="922987" y="6812467"/>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7" name="fresh-noise-13">
            <a:extLst xmlns:a="http://schemas.openxmlformats.org/drawingml/2006/main">
              <a:ext uri="{FF2B5EF4-FFF2-40B4-BE49-F238E27FC236}">
                <a16:creationId xmlns:a16="http://schemas.microsoft.com/office/drawing/2014/main" id="{90BA72D0-63DA-4440-9D7A-4E8BC4941288}"/>
              </a:ext>
            </a:extLst>
          </p:cNvPr>
          <p:cNvSpPr>
            <a:spLocks xmlns:a="http://schemas.openxmlformats.org/drawingml/2006/main" noGrp="1"/>
          </p:cNvSpPr>
          <p:nvPr/>
        </p:nvSpPr>
        <p:spPr>
          <a:xfrm xmlns:a="http://schemas.openxmlformats.org/drawingml/2006/main">
            <a:off x="1588726" y="6884909"/>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8" name="fresh-noise-14">
            <a:extLst xmlns:a="http://schemas.openxmlformats.org/drawingml/2006/main">
              <a:ext uri="{FF2B5EF4-FFF2-40B4-BE49-F238E27FC236}">
                <a16:creationId xmlns:a16="http://schemas.microsoft.com/office/drawing/2014/main" id="{E09E18A1-9FCE-4C96-AA40-07E6BFFF7017}"/>
              </a:ext>
            </a:extLst>
          </p:cNvPr>
          <p:cNvSpPr>
            <a:spLocks xmlns:a="http://schemas.openxmlformats.org/drawingml/2006/main" noGrp="1"/>
          </p:cNvSpPr>
          <p:nvPr/>
        </p:nvSpPr>
        <p:spPr>
          <a:xfrm xmlns:a="http://schemas.openxmlformats.org/drawingml/2006/main">
            <a:off x="1008783" y="7174444"/>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59" name="fresh-noise-15">
            <a:extLst xmlns:a="http://schemas.openxmlformats.org/drawingml/2006/main">
              <a:ext uri="{FF2B5EF4-FFF2-40B4-BE49-F238E27FC236}">
                <a16:creationId xmlns:a16="http://schemas.microsoft.com/office/drawing/2014/main" id="{79068204-FCA3-4EC5-B87D-BF04A2235C76}"/>
              </a:ext>
            </a:extLst>
          </p:cNvPr>
          <p:cNvSpPr>
            <a:spLocks xmlns:a="http://schemas.openxmlformats.org/drawingml/2006/main" noGrp="1"/>
          </p:cNvSpPr>
          <p:nvPr/>
        </p:nvSpPr>
        <p:spPr>
          <a:xfrm xmlns:a="http://schemas.openxmlformats.org/drawingml/2006/main">
            <a:off x="1181475" y="6656683"/>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60" name="fresh-noise-16">
            <a:extLst xmlns:a="http://schemas.openxmlformats.org/drawingml/2006/main">
              <a:ext uri="{FF2B5EF4-FFF2-40B4-BE49-F238E27FC236}">
                <a16:creationId xmlns:a16="http://schemas.microsoft.com/office/drawing/2014/main" id="{528F23C1-A149-4215-BBED-E7E5C5212D62}"/>
              </a:ext>
            </a:extLst>
          </p:cNvPr>
          <p:cNvSpPr>
            <a:spLocks xmlns:a="http://schemas.openxmlformats.org/drawingml/2006/main" noGrp="1"/>
          </p:cNvSpPr>
          <p:nvPr/>
        </p:nvSpPr>
        <p:spPr>
          <a:xfrm xmlns:a="http://schemas.openxmlformats.org/drawingml/2006/main">
            <a:off x="1535112" y="7137548"/>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61" name="fresh-noise-17">
            <a:extLst xmlns:a="http://schemas.openxmlformats.org/drawingml/2006/main">
              <a:ext uri="{FF2B5EF4-FFF2-40B4-BE49-F238E27FC236}">
                <a16:creationId xmlns:a16="http://schemas.microsoft.com/office/drawing/2014/main" id="{39529D63-85F6-4D61-A8BC-4FA800024754}"/>
              </a:ext>
            </a:extLst>
          </p:cNvPr>
          <p:cNvSpPr>
            <a:spLocks xmlns:a="http://schemas.openxmlformats.org/drawingml/2006/main" noGrp="1"/>
          </p:cNvSpPr>
          <p:nvPr/>
        </p:nvSpPr>
        <p:spPr>
          <a:xfrm xmlns:a="http://schemas.openxmlformats.org/drawingml/2006/main">
            <a:off x="817154" y="6954543"/>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62" name="fresh-noise-18">
            <a:extLst xmlns:a="http://schemas.openxmlformats.org/drawingml/2006/main">
              <a:ext uri="{FF2B5EF4-FFF2-40B4-BE49-F238E27FC236}">
                <a16:creationId xmlns:a16="http://schemas.microsoft.com/office/drawing/2014/main" id="{481E2CEE-F286-4BC6-B6D4-70C99B2CC8E3}"/>
              </a:ext>
            </a:extLst>
          </p:cNvPr>
          <p:cNvSpPr>
            <a:spLocks xmlns:a="http://schemas.openxmlformats.org/drawingml/2006/main" noGrp="1"/>
          </p:cNvSpPr>
          <p:nvPr/>
        </p:nvSpPr>
        <p:spPr>
          <a:xfrm xmlns:a="http://schemas.openxmlformats.org/drawingml/2006/main">
            <a:off x="1529057" y="6724536"/>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63" name="fresh-noise-19">
            <a:extLst xmlns:a="http://schemas.openxmlformats.org/drawingml/2006/main">
              <a:ext uri="{FF2B5EF4-FFF2-40B4-BE49-F238E27FC236}">
                <a16:creationId xmlns:a16="http://schemas.microsoft.com/office/drawing/2014/main" id="{108C3431-CC6E-4A02-9516-EE2683A44C72}"/>
              </a:ext>
            </a:extLst>
          </p:cNvPr>
          <p:cNvSpPr>
            <a:spLocks xmlns:a="http://schemas.openxmlformats.org/drawingml/2006/main" noGrp="1"/>
          </p:cNvSpPr>
          <p:nvPr/>
        </p:nvSpPr>
        <p:spPr>
          <a:xfrm xmlns:a="http://schemas.openxmlformats.org/drawingml/2006/main">
            <a:off x="1209406" y="7265689"/>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64" name="fresh-noise-20">
            <a:extLst xmlns:a="http://schemas.openxmlformats.org/drawingml/2006/main">
              <a:ext uri="{FF2B5EF4-FFF2-40B4-BE49-F238E27FC236}">
                <a16:creationId xmlns:a16="http://schemas.microsoft.com/office/drawing/2014/main" id="{1D28EC66-ED82-4ADB-9084-4DE0D5E344DB}"/>
              </a:ext>
            </a:extLst>
          </p:cNvPr>
          <p:cNvSpPr>
            <a:spLocks xmlns:a="http://schemas.openxmlformats.org/drawingml/2006/main" noGrp="1"/>
          </p:cNvSpPr>
          <p:nvPr/>
        </p:nvSpPr>
        <p:spPr>
          <a:xfrm xmlns:a="http://schemas.openxmlformats.org/drawingml/2006/main">
            <a:off x="945991" y="6689458"/>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65" name="fresh-noise-21">
            <a:extLst xmlns:a="http://schemas.openxmlformats.org/drawingml/2006/main">
              <a:ext uri="{FF2B5EF4-FFF2-40B4-BE49-F238E27FC236}">
                <a16:creationId xmlns:a16="http://schemas.microsoft.com/office/drawing/2014/main" id="{5EA3898C-F908-4D7C-9FDB-A828AEBFA552}"/>
              </a:ext>
            </a:extLst>
          </p:cNvPr>
          <p:cNvSpPr>
            <a:spLocks xmlns:a="http://schemas.openxmlformats.org/drawingml/2006/main" noGrp="1"/>
          </p:cNvSpPr>
          <p:nvPr/>
        </p:nvSpPr>
        <p:spPr>
          <a:xfrm xmlns:a="http://schemas.openxmlformats.org/drawingml/2006/main">
            <a:off x="1674809" y="6991286"/>
            <a:ext cx="70485" cy="7048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66" name="fresh-noise-22">
            <a:extLst xmlns:a="http://schemas.openxmlformats.org/drawingml/2006/main">
              <a:ext uri="{FF2B5EF4-FFF2-40B4-BE49-F238E27FC236}">
                <a16:creationId xmlns:a16="http://schemas.microsoft.com/office/drawing/2014/main" id="{088ACBE8-82FE-4A39-9A4D-58E3DE11B11A}"/>
              </a:ext>
            </a:extLst>
          </p:cNvPr>
          <p:cNvSpPr>
            <a:spLocks xmlns:a="http://schemas.openxmlformats.org/drawingml/2006/main" noGrp="1"/>
          </p:cNvSpPr>
          <p:nvPr/>
        </p:nvSpPr>
        <p:spPr>
          <a:xfrm xmlns:a="http://schemas.openxmlformats.org/drawingml/2006/main">
            <a:off x="854951" y="7139526"/>
            <a:ext cx="75248" cy="75248"/>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67" name="fresh-noise-23">
            <a:extLst xmlns:a="http://schemas.openxmlformats.org/drawingml/2006/main">
              <a:ext uri="{FF2B5EF4-FFF2-40B4-BE49-F238E27FC236}">
                <a16:creationId xmlns:a16="http://schemas.microsoft.com/office/drawing/2014/main" id="{246A3728-5F53-4572-B1A9-6FF8E927642C}"/>
              </a:ext>
            </a:extLst>
          </p:cNvPr>
          <p:cNvSpPr>
            <a:spLocks xmlns:a="http://schemas.openxmlformats.org/drawingml/2006/main" noGrp="1"/>
          </p:cNvSpPr>
          <p:nvPr/>
        </p:nvSpPr>
        <p:spPr>
          <a:xfrm xmlns:a="http://schemas.openxmlformats.org/drawingml/2006/main">
            <a:off x="1328732" y="6601947"/>
            <a:ext cx="80010" cy="80010"/>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68" name="fresh-noise-label">
            <a:extLst xmlns:a="http://schemas.openxmlformats.org/drawingml/2006/main">
              <a:ext uri="{FF2B5EF4-FFF2-40B4-BE49-F238E27FC236}">
                <a16:creationId xmlns:a16="http://schemas.microsoft.com/office/drawing/2014/main" id="{796F815B-82BC-4AA6-BEA4-961123085E7D}"/>
              </a:ext>
            </a:extLst>
          </p:cNvPr>
          <p:cNvSpPr>
            <a:spLocks xmlns:a="http://schemas.openxmlformats.org/drawingml/2006/main" noGrp="1"/>
          </p:cNvSpPr>
          <p:nvPr/>
        </p:nvSpPr>
        <p:spPr>
          <a:xfrm xmlns:a="http://schemas.openxmlformats.org/drawingml/2006/main">
            <a:off x="514350" y="5953125"/>
            <a:ext cx="1666875"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4575AA"/>
                </a:solidFill>
                <a:latin typeface="Arial"/>
                <a:ea typeface="Arial"/>
                <a:cs typeface="Arial"/>
              </a:defRPr>
            </a:pPr>
            <a:r>
              <a:rPr sz="1800" b="1" i="0">
                <a:solidFill>
                  <a:srgbClr val="4575AA"/>
                </a:solidFill>
                <a:latin typeface="Arial"/>
                <a:ea typeface="Arial"/>
                <a:cs typeface="Arial"/>
              </a:rPr>
              <a:t>Fresh noise</a:t>
            </a:r>
          </a:p>
        </p:txBody>
      </p:sp>
      <p:sp>
        <p:nvSpPr>
          <p:cNvPr id="169" name="fresh-noise-math">
            <a:extLst xmlns:a="http://schemas.openxmlformats.org/drawingml/2006/main">
              <a:ext uri="{FF2B5EF4-FFF2-40B4-BE49-F238E27FC236}">
                <a16:creationId xmlns:a16="http://schemas.microsoft.com/office/drawing/2014/main" id="{2E02C405-08D1-4296-A9C7-490A8F7CD332}"/>
              </a:ext>
            </a:extLst>
          </p:cNvPr>
          <p:cNvSpPr>
            <a:spLocks xmlns:a="http://schemas.openxmlformats.org/drawingml/2006/main" noGrp="1"/>
          </p:cNvSpPr>
          <p:nvPr/>
        </p:nvSpPr>
        <p:spPr>
          <a:xfrm xmlns:a="http://schemas.openxmlformats.org/drawingml/2006/main">
            <a:off x="1104900" y="7620000"/>
            <a:ext cx="76200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i="0">
                <a:solidFill>
                  <a:srgbClr val="4575AA"/>
                </a:solidFill>
                <a:latin typeface="Arial"/>
                <a:ea typeface="Arial"/>
                <a:cs typeface="Arial"/>
              </a:defRPr>
            </a:pPr>
            <a:r>
              <a:rPr sz="1950" b="1" i="0">
                <a:solidFill>
                  <a:srgbClr val="4575AA"/>
                </a:solidFill>
                <a:latin typeface="Arial"/>
                <a:ea typeface="Arial"/>
                <a:cs typeface="Arial"/>
              </a:rPr>
              <a:t>x₀</a:t>
            </a:r>
          </a:p>
        </p:txBody>
      </p:sp>
      <p:sp>
        <p:nvSpPr>
          <p:cNvPr id="170" name="noise-to-integrator">
            <a:extLst xmlns:a="http://schemas.openxmlformats.org/drawingml/2006/main">
              <a:ext uri="{FF2B5EF4-FFF2-40B4-BE49-F238E27FC236}">
                <a16:creationId xmlns:a16="http://schemas.microsoft.com/office/drawing/2014/main" id="{49AF4256-9813-499A-A366-DB61CAD7C4AE}"/>
              </a:ext>
            </a:extLst>
          </p:cNvPr>
          <p:cNvSpPr>
            <a:spLocks xmlns:a="http://schemas.openxmlformats.org/drawingml/2006/main" noGrp="1"/>
          </p:cNvSpPr>
          <p:nvPr/>
        </p:nvSpPr>
        <p:spPr>
          <a:xfrm xmlns:a="http://schemas.openxmlformats.org/drawingml/2006/main">
            <a:off x="1866900" y="6981825"/>
            <a:ext cx="933450" cy="95"/>
          </a:xfrm>
          <a:custGeom xmlns:a="http://schemas.openxmlformats.org/drawingml/2006/main">
            <a:pathLst>
              <a:path w="933450" h="95">
                <a:moveTo>
                  <a:pt x="0" y="0"/>
                </a:moveTo>
                <a:lnTo>
                  <a:pt x="933450" y="0"/>
                </a:lnTo>
              </a:path>
            </a:pathLst>
          </a:custGeom>
          <a:noFill xmlns:a="http://schemas.openxmlformats.org/drawingml/2006/main"/>
          <a:ln xmlns:a="http://schemas.openxmlformats.org/drawingml/2006/main" w="23813">
            <a:solidFill>
              <a:srgbClr val="24344F"/>
            </a:solidFill>
            <a:prstDash val="solid"/>
          </a:ln>
        </p:spPr>
      </p:sp>
      <p:sp>
        <p:nvSpPr>
          <p:cNvPr id="171" name="noise-to-integrator--arrow">
            <a:extLst xmlns:a="http://schemas.openxmlformats.org/drawingml/2006/main">
              <a:ext uri="{FF2B5EF4-FFF2-40B4-BE49-F238E27FC236}">
                <a16:creationId xmlns:a16="http://schemas.microsoft.com/office/drawing/2014/main" id="{9184120B-191F-42F4-9D2B-05A4D1F59DE1}"/>
              </a:ext>
            </a:extLst>
          </p:cNvPr>
          <p:cNvSpPr>
            <a:spLocks xmlns:a="http://schemas.openxmlformats.org/drawingml/2006/main" noGrp="1"/>
          </p:cNvSpPr>
          <p:nvPr/>
        </p:nvSpPr>
        <p:spPr>
          <a:xfrm xmlns:a="http://schemas.openxmlformats.org/drawingml/2006/main">
            <a:off x="2681288" y="6930628"/>
            <a:ext cx="119063" cy="102394"/>
          </a:xfrm>
          <a:custGeom xmlns:a="http://schemas.openxmlformats.org/drawingml/2006/main">
            <a:pathLst>
              <a:path w="119063" h="102394">
                <a:moveTo>
                  <a:pt x="119063" y="51197"/>
                </a:moveTo>
                <a:lnTo>
                  <a:pt x="0" y="0"/>
                </a:lnTo>
                <a:lnTo>
                  <a:pt x="0" y="102394"/>
                </a:lnTo>
                <a:close/>
              </a:path>
            </a:pathLst>
          </a:custGeom>
          <a:solidFill xmlns:a="http://schemas.openxmlformats.org/drawingml/2006/main">
            <a:srgbClr val="24344F"/>
          </a:solidFill>
          <a:ln xmlns:a="http://schemas.openxmlformats.org/drawingml/2006/main" w="0">
            <a:noFill/>
            <a:prstDash val="solid"/>
          </a:ln>
        </p:spPr>
      </p:sp>
      <p:sp>
        <p:nvSpPr>
          <p:cNvPr id="172" name="sampling-domain">
            <a:extLst xmlns:a="http://schemas.openxmlformats.org/drawingml/2006/main">
              <a:ext uri="{FF2B5EF4-FFF2-40B4-BE49-F238E27FC236}">
                <a16:creationId xmlns:a16="http://schemas.microsoft.com/office/drawing/2014/main" id="{45256104-6D8A-4D23-B167-4AFF2ABDEAF4}"/>
              </a:ext>
            </a:extLst>
          </p:cNvPr>
          <p:cNvSpPr>
            <a:spLocks xmlns:a="http://schemas.openxmlformats.org/drawingml/2006/main" noGrp="1"/>
          </p:cNvSpPr>
          <p:nvPr/>
        </p:nvSpPr>
        <p:spPr>
          <a:xfrm xmlns:a="http://schemas.openxmlformats.org/drawingml/2006/main">
            <a:off x="2867025" y="5876925"/>
            <a:ext cx="8077200" cy="2009775"/>
          </a:xfrm>
          <a:prstGeom xmlns:a="http://schemas.openxmlformats.org/drawingml/2006/main" prst="rect">
            <a:avLst/>
          </a:prstGeom>
          <a:solidFill xmlns:a="http://schemas.openxmlformats.org/drawingml/2006/main">
            <a:srgbClr val="F9FAFC"/>
          </a:solidFill>
          <a:ln xmlns:a="http://schemas.openxmlformats.org/drawingml/2006/main" w="14288">
            <a:noFill/>
            <a:prstDash val="solid"/>
          </a:ln>
        </p:spPr>
      </p:sp>
      <p:sp>
        <p:nvSpPr>
          <p:cNvPr id="173" name="grid-v-0">
            <a:extLst xmlns:a="http://schemas.openxmlformats.org/drawingml/2006/main">
              <a:ext uri="{FF2B5EF4-FFF2-40B4-BE49-F238E27FC236}">
                <a16:creationId xmlns:a16="http://schemas.microsoft.com/office/drawing/2014/main" id="{EED4F5D1-A117-46AE-8E4B-816B298D5AEB}"/>
              </a:ext>
            </a:extLst>
          </p:cNvPr>
          <p:cNvSpPr>
            <a:spLocks xmlns:a="http://schemas.openxmlformats.org/drawingml/2006/main" noGrp="1"/>
          </p:cNvSpPr>
          <p:nvPr/>
        </p:nvSpPr>
        <p:spPr>
          <a:xfrm xmlns:a="http://schemas.openxmlformats.org/drawingml/2006/main">
            <a:off x="309562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74" name="grid-v-1">
            <a:extLst xmlns:a="http://schemas.openxmlformats.org/drawingml/2006/main">
              <a:ext uri="{FF2B5EF4-FFF2-40B4-BE49-F238E27FC236}">
                <a16:creationId xmlns:a16="http://schemas.microsoft.com/office/drawing/2014/main" id="{A977E8EC-318C-4F24-A01A-22393E60860B}"/>
              </a:ext>
            </a:extLst>
          </p:cNvPr>
          <p:cNvSpPr>
            <a:spLocks xmlns:a="http://schemas.openxmlformats.org/drawingml/2006/main" noGrp="1"/>
          </p:cNvSpPr>
          <p:nvPr/>
        </p:nvSpPr>
        <p:spPr>
          <a:xfrm xmlns:a="http://schemas.openxmlformats.org/drawingml/2006/main">
            <a:off x="368617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75" name="grid-v-2">
            <a:extLst xmlns:a="http://schemas.openxmlformats.org/drawingml/2006/main">
              <a:ext uri="{FF2B5EF4-FFF2-40B4-BE49-F238E27FC236}">
                <a16:creationId xmlns:a16="http://schemas.microsoft.com/office/drawing/2014/main" id="{AC60F1F4-471D-4EC6-AED4-5CBEBF8B15FD}"/>
              </a:ext>
            </a:extLst>
          </p:cNvPr>
          <p:cNvSpPr>
            <a:spLocks xmlns:a="http://schemas.openxmlformats.org/drawingml/2006/main" noGrp="1"/>
          </p:cNvSpPr>
          <p:nvPr/>
        </p:nvSpPr>
        <p:spPr>
          <a:xfrm xmlns:a="http://schemas.openxmlformats.org/drawingml/2006/main">
            <a:off x="427672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76" name="grid-v-3">
            <a:extLst xmlns:a="http://schemas.openxmlformats.org/drawingml/2006/main">
              <a:ext uri="{FF2B5EF4-FFF2-40B4-BE49-F238E27FC236}">
                <a16:creationId xmlns:a16="http://schemas.microsoft.com/office/drawing/2014/main" id="{DDD58BE3-3F39-42AD-90F2-0CCDCBFFA347}"/>
              </a:ext>
            </a:extLst>
          </p:cNvPr>
          <p:cNvSpPr>
            <a:spLocks xmlns:a="http://schemas.openxmlformats.org/drawingml/2006/main" noGrp="1"/>
          </p:cNvSpPr>
          <p:nvPr/>
        </p:nvSpPr>
        <p:spPr>
          <a:xfrm xmlns:a="http://schemas.openxmlformats.org/drawingml/2006/main">
            <a:off x="486727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77" name="grid-v-4">
            <a:extLst xmlns:a="http://schemas.openxmlformats.org/drawingml/2006/main">
              <a:ext uri="{FF2B5EF4-FFF2-40B4-BE49-F238E27FC236}">
                <a16:creationId xmlns:a16="http://schemas.microsoft.com/office/drawing/2014/main" id="{ECC23731-24A9-427A-8D63-05E28A82DAFB}"/>
              </a:ext>
            </a:extLst>
          </p:cNvPr>
          <p:cNvSpPr>
            <a:spLocks xmlns:a="http://schemas.openxmlformats.org/drawingml/2006/main" noGrp="1"/>
          </p:cNvSpPr>
          <p:nvPr/>
        </p:nvSpPr>
        <p:spPr>
          <a:xfrm xmlns:a="http://schemas.openxmlformats.org/drawingml/2006/main">
            <a:off x="545782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78" name="grid-v-5">
            <a:extLst xmlns:a="http://schemas.openxmlformats.org/drawingml/2006/main">
              <a:ext uri="{FF2B5EF4-FFF2-40B4-BE49-F238E27FC236}">
                <a16:creationId xmlns:a16="http://schemas.microsoft.com/office/drawing/2014/main" id="{DF79DC74-6EF7-4F38-93C0-212F4642FA31}"/>
              </a:ext>
            </a:extLst>
          </p:cNvPr>
          <p:cNvSpPr>
            <a:spLocks xmlns:a="http://schemas.openxmlformats.org/drawingml/2006/main" noGrp="1"/>
          </p:cNvSpPr>
          <p:nvPr/>
        </p:nvSpPr>
        <p:spPr>
          <a:xfrm xmlns:a="http://schemas.openxmlformats.org/drawingml/2006/main">
            <a:off x="604837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79" name="grid-v-6">
            <a:extLst xmlns:a="http://schemas.openxmlformats.org/drawingml/2006/main">
              <a:ext uri="{FF2B5EF4-FFF2-40B4-BE49-F238E27FC236}">
                <a16:creationId xmlns:a16="http://schemas.microsoft.com/office/drawing/2014/main" id="{3DB36638-F1D9-4DB9-937C-174A2CC7E5A6}"/>
              </a:ext>
            </a:extLst>
          </p:cNvPr>
          <p:cNvSpPr>
            <a:spLocks xmlns:a="http://schemas.openxmlformats.org/drawingml/2006/main" noGrp="1"/>
          </p:cNvSpPr>
          <p:nvPr/>
        </p:nvSpPr>
        <p:spPr>
          <a:xfrm xmlns:a="http://schemas.openxmlformats.org/drawingml/2006/main">
            <a:off x="663892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80" name="grid-v-7">
            <a:extLst xmlns:a="http://schemas.openxmlformats.org/drawingml/2006/main">
              <a:ext uri="{FF2B5EF4-FFF2-40B4-BE49-F238E27FC236}">
                <a16:creationId xmlns:a16="http://schemas.microsoft.com/office/drawing/2014/main" id="{00BD63CC-BC09-4B63-90B4-68919EA4D64B}"/>
              </a:ext>
            </a:extLst>
          </p:cNvPr>
          <p:cNvSpPr>
            <a:spLocks xmlns:a="http://schemas.openxmlformats.org/drawingml/2006/main" noGrp="1"/>
          </p:cNvSpPr>
          <p:nvPr/>
        </p:nvSpPr>
        <p:spPr>
          <a:xfrm xmlns:a="http://schemas.openxmlformats.org/drawingml/2006/main">
            <a:off x="722947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81" name="grid-v-8">
            <a:extLst xmlns:a="http://schemas.openxmlformats.org/drawingml/2006/main">
              <a:ext uri="{FF2B5EF4-FFF2-40B4-BE49-F238E27FC236}">
                <a16:creationId xmlns:a16="http://schemas.microsoft.com/office/drawing/2014/main" id="{A2EB8487-87CF-4AA5-B232-4671E3F013C0}"/>
              </a:ext>
            </a:extLst>
          </p:cNvPr>
          <p:cNvSpPr>
            <a:spLocks xmlns:a="http://schemas.openxmlformats.org/drawingml/2006/main" noGrp="1"/>
          </p:cNvSpPr>
          <p:nvPr/>
        </p:nvSpPr>
        <p:spPr>
          <a:xfrm xmlns:a="http://schemas.openxmlformats.org/drawingml/2006/main">
            <a:off x="782002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82" name="grid-v-9">
            <a:extLst xmlns:a="http://schemas.openxmlformats.org/drawingml/2006/main">
              <a:ext uri="{FF2B5EF4-FFF2-40B4-BE49-F238E27FC236}">
                <a16:creationId xmlns:a16="http://schemas.microsoft.com/office/drawing/2014/main" id="{AD7FC53D-8997-4275-820F-23E72A351834}"/>
              </a:ext>
            </a:extLst>
          </p:cNvPr>
          <p:cNvSpPr>
            <a:spLocks xmlns:a="http://schemas.openxmlformats.org/drawingml/2006/main" noGrp="1"/>
          </p:cNvSpPr>
          <p:nvPr/>
        </p:nvSpPr>
        <p:spPr>
          <a:xfrm xmlns:a="http://schemas.openxmlformats.org/drawingml/2006/main">
            <a:off x="841057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83" name="grid-v-10">
            <a:extLst xmlns:a="http://schemas.openxmlformats.org/drawingml/2006/main">
              <a:ext uri="{FF2B5EF4-FFF2-40B4-BE49-F238E27FC236}">
                <a16:creationId xmlns:a16="http://schemas.microsoft.com/office/drawing/2014/main" id="{2A77B341-808E-41CF-A7F9-3857653EEA80}"/>
              </a:ext>
            </a:extLst>
          </p:cNvPr>
          <p:cNvSpPr>
            <a:spLocks xmlns:a="http://schemas.openxmlformats.org/drawingml/2006/main" noGrp="1"/>
          </p:cNvSpPr>
          <p:nvPr/>
        </p:nvSpPr>
        <p:spPr>
          <a:xfrm xmlns:a="http://schemas.openxmlformats.org/drawingml/2006/main">
            <a:off x="900112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84" name="grid-v-11">
            <a:extLst xmlns:a="http://schemas.openxmlformats.org/drawingml/2006/main">
              <a:ext uri="{FF2B5EF4-FFF2-40B4-BE49-F238E27FC236}">
                <a16:creationId xmlns:a16="http://schemas.microsoft.com/office/drawing/2014/main" id="{7568E745-38A8-4314-B9F4-670C6FE0C57B}"/>
              </a:ext>
            </a:extLst>
          </p:cNvPr>
          <p:cNvSpPr>
            <a:spLocks xmlns:a="http://schemas.openxmlformats.org/drawingml/2006/main" noGrp="1"/>
          </p:cNvSpPr>
          <p:nvPr/>
        </p:nvSpPr>
        <p:spPr>
          <a:xfrm xmlns:a="http://schemas.openxmlformats.org/drawingml/2006/main">
            <a:off x="959167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85" name="grid-v-12">
            <a:extLst xmlns:a="http://schemas.openxmlformats.org/drawingml/2006/main">
              <a:ext uri="{FF2B5EF4-FFF2-40B4-BE49-F238E27FC236}">
                <a16:creationId xmlns:a16="http://schemas.microsoft.com/office/drawing/2014/main" id="{0453696B-82C3-4468-A7DB-EF6988DF43EE}"/>
              </a:ext>
            </a:extLst>
          </p:cNvPr>
          <p:cNvSpPr>
            <a:spLocks xmlns:a="http://schemas.openxmlformats.org/drawingml/2006/main" noGrp="1"/>
          </p:cNvSpPr>
          <p:nvPr/>
        </p:nvSpPr>
        <p:spPr>
          <a:xfrm xmlns:a="http://schemas.openxmlformats.org/drawingml/2006/main">
            <a:off x="1018222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86" name="grid-v-13">
            <a:extLst xmlns:a="http://schemas.openxmlformats.org/drawingml/2006/main">
              <a:ext uri="{FF2B5EF4-FFF2-40B4-BE49-F238E27FC236}">
                <a16:creationId xmlns:a16="http://schemas.microsoft.com/office/drawing/2014/main" id="{080348F0-2AD7-4EA3-8845-31E9B366923C}"/>
              </a:ext>
            </a:extLst>
          </p:cNvPr>
          <p:cNvSpPr>
            <a:spLocks xmlns:a="http://schemas.openxmlformats.org/drawingml/2006/main" noGrp="1"/>
          </p:cNvSpPr>
          <p:nvPr/>
        </p:nvSpPr>
        <p:spPr>
          <a:xfrm xmlns:a="http://schemas.openxmlformats.org/drawingml/2006/main">
            <a:off x="10772775" y="5981700"/>
            <a:ext cx="95" cy="1781175"/>
          </a:xfrm>
          <a:custGeom xmlns:a="http://schemas.openxmlformats.org/drawingml/2006/main">
            <a:pathLst>
              <a:path w="95" h="1781175">
                <a:moveTo>
                  <a:pt x="0" y="0"/>
                </a:moveTo>
                <a:lnTo>
                  <a:pt x="0" y="1781175"/>
                </a:lnTo>
              </a:path>
            </a:pathLst>
          </a:custGeom>
          <a:noFill xmlns:a="http://schemas.openxmlformats.org/drawingml/2006/main"/>
          <a:ln xmlns:a="http://schemas.openxmlformats.org/drawingml/2006/main" w="9525">
            <a:solidFill>
              <a:srgbClr val="E6EAF0"/>
            </a:solidFill>
            <a:prstDash val="solid"/>
          </a:ln>
        </p:spPr>
      </p:sp>
      <p:sp>
        <p:nvSpPr>
          <p:cNvPr id="187" name="grid-h-0">
            <a:extLst xmlns:a="http://schemas.openxmlformats.org/drawingml/2006/main">
              <a:ext uri="{FF2B5EF4-FFF2-40B4-BE49-F238E27FC236}">
                <a16:creationId xmlns:a16="http://schemas.microsoft.com/office/drawing/2014/main" id="{8B647583-2835-4E36-8FA6-8F690E519181}"/>
              </a:ext>
            </a:extLst>
          </p:cNvPr>
          <p:cNvSpPr>
            <a:spLocks xmlns:a="http://schemas.openxmlformats.org/drawingml/2006/main" noGrp="1"/>
          </p:cNvSpPr>
          <p:nvPr/>
        </p:nvSpPr>
        <p:spPr>
          <a:xfrm xmlns:a="http://schemas.openxmlformats.org/drawingml/2006/main">
            <a:off x="2990850" y="6000750"/>
            <a:ext cx="7829550" cy="95"/>
          </a:xfrm>
          <a:custGeom xmlns:a="http://schemas.openxmlformats.org/drawingml/2006/main">
            <a:pathLst>
              <a:path w="7829550" h="95">
                <a:moveTo>
                  <a:pt x="0" y="0"/>
                </a:moveTo>
                <a:lnTo>
                  <a:pt x="7829550" y="0"/>
                </a:lnTo>
              </a:path>
            </a:pathLst>
          </a:custGeom>
          <a:noFill xmlns:a="http://schemas.openxmlformats.org/drawingml/2006/main"/>
          <a:ln xmlns:a="http://schemas.openxmlformats.org/drawingml/2006/main" w="9525">
            <a:solidFill>
              <a:srgbClr val="E6EAF0"/>
            </a:solidFill>
            <a:prstDash val="solid"/>
          </a:ln>
        </p:spPr>
      </p:sp>
      <p:sp>
        <p:nvSpPr>
          <p:cNvPr id="188" name="grid-h-1">
            <a:extLst xmlns:a="http://schemas.openxmlformats.org/drawingml/2006/main">
              <a:ext uri="{FF2B5EF4-FFF2-40B4-BE49-F238E27FC236}">
                <a16:creationId xmlns:a16="http://schemas.microsoft.com/office/drawing/2014/main" id="{F2013117-34CC-44C2-9953-6918C0D3D2E0}"/>
              </a:ext>
            </a:extLst>
          </p:cNvPr>
          <p:cNvSpPr>
            <a:spLocks xmlns:a="http://schemas.openxmlformats.org/drawingml/2006/main" noGrp="1"/>
          </p:cNvSpPr>
          <p:nvPr/>
        </p:nvSpPr>
        <p:spPr>
          <a:xfrm xmlns:a="http://schemas.openxmlformats.org/drawingml/2006/main">
            <a:off x="2990850" y="6419850"/>
            <a:ext cx="7829550" cy="95"/>
          </a:xfrm>
          <a:custGeom xmlns:a="http://schemas.openxmlformats.org/drawingml/2006/main">
            <a:pathLst>
              <a:path w="7829550" h="95">
                <a:moveTo>
                  <a:pt x="0" y="0"/>
                </a:moveTo>
                <a:lnTo>
                  <a:pt x="7829550" y="0"/>
                </a:lnTo>
              </a:path>
            </a:pathLst>
          </a:custGeom>
          <a:noFill xmlns:a="http://schemas.openxmlformats.org/drawingml/2006/main"/>
          <a:ln xmlns:a="http://schemas.openxmlformats.org/drawingml/2006/main" w="9525">
            <a:solidFill>
              <a:srgbClr val="E6EAF0"/>
            </a:solidFill>
            <a:prstDash val="solid"/>
          </a:ln>
        </p:spPr>
      </p:sp>
      <p:sp>
        <p:nvSpPr>
          <p:cNvPr id="189" name="grid-h-2">
            <a:extLst xmlns:a="http://schemas.openxmlformats.org/drawingml/2006/main">
              <a:ext uri="{FF2B5EF4-FFF2-40B4-BE49-F238E27FC236}">
                <a16:creationId xmlns:a16="http://schemas.microsoft.com/office/drawing/2014/main" id="{05CC6DD5-F77E-4FF8-8E19-C8B59EF8431A}"/>
              </a:ext>
            </a:extLst>
          </p:cNvPr>
          <p:cNvSpPr>
            <a:spLocks xmlns:a="http://schemas.openxmlformats.org/drawingml/2006/main" noGrp="1"/>
          </p:cNvSpPr>
          <p:nvPr/>
        </p:nvSpPr>
        <p:spPr>
          <a:xfrm xmlns:a="http://schemas.openxmlformats.org/drawingml/2006/main">
            <a:off x="2990850" y="6838950"/>
            <a:ext cx="7829550" cy="95"/>
          </a:xfrm>
          <a:custGeom xmlns:a="http://schemas.openxmlformats.org/drawingml/2006/main">
            <a:pathLst>
              <a:path w="7829550" h="95">
                <a:moveTo>
                  <a:pt x="0" y="0"/>
                </a:moveTo>
                <a:lnTo>
                  <a:pt x="7829550" y="0"/>
                </a:lnTo>
              </a:path>
            </a:pathLst>
          </a:custGeom>
          <a:noFill xmlns:a="http://schemas.openxmlformats.org/drawingml/2006/main"/>
          <a:ln xmlns:a="http://schemas.openxmlformats.org/drawingml/2006/main" w="9525">
            <a:solidFill>
              <a:srgbClr val="E6EAF0"/>
            </a:solidFill>
            <a:prstDash val="solid"/>
          </a:ln>
        </p:spPr>
      </p:sp>
      <p:sp>
        <p:nvSpPr>
          <p:cNvPr id="190" name="grid-h-3">
            <a:extLst xmlns:a="http://schemas.openxmlformats.org/drawingml/2006/main">
              <a:ext uri="{FF2B5EF4-FFF2-40B4-BE49-F238E27FC236}">
                <a16:creationId xmlns:a16="http://schemas.microsoft.com/office/drawing/2014/main" id="{F1FB501A-E263-4E9C-8396-DF6075FA0A36}"/>
              </a:ext>
            </a:extLst>
          </p:cNvPr>
          <p:cNvSpPr>
            <a:spLocks xmlns:a="http://schemas.openxmlformats.org/drawingml/2006/main" noGrp="1"/>
          </p:cNvSpPr>
          <p:nvPr/>
        </p:nvSpPr>
        <p:spPr>
          <a:xfrm xmlns:a="http://schemas.openxmlformats.org/drawingml/2006/main">
            <a:off x="2990850" y="7258050"/>
            <a:ext cx="7829550" cy="95"/>
          </a:xfrm>
          <a:custGeom xmlns:a="http://schemas.openxmlformats.org/drawingml/2006/main">
            <a:pathLst>
              <a:path w="7829550" h="95">
                <a:moveTo>
                  <a:pt x="0" y="0"/>
                </a:moveTo>
                <a:lnTo>
                  <a:pt x="7829550" y="0"/>
                </a:lnTo>
              </a:path>
            </a:pathLst>
          </a:custGeom>
          <a:noFill xmlns:a="http://schemas.openxmlformats.org/drawingml/2006/main"/>
          <a:ln xmlns:a="http://schemas.openxmlformats.org/drawingml/2006/main" w="9525">
            <a:solidFill>
              <a:srgbClr val="E6EAF0"/>
            </a:solidFill>
            <a:prstDash val="solid"/>
          </a:ln>
        </p:spPr>
      </p:sp>
      <p:sp>
        <p:nvSpPr>
          <p:cNvPr id="191" name="grid-h-4">
            <a:extLst xmlns:a="http://schemas.openxmlformats.org/drawingml/2006/main">
              <a:ext uri="{FF2B5EF4-FFF2-40B4-BE49-F238E27FC236}">
                <a16:creationId xmlns:a16="http://schemas.microsoft.com/office/drawing/2014/main" id="{1FDA46FD-5D1F-4A0C-9AA9-18334D49AFDE}"/>
              </a:ext>
            </a:extLst>
          </p:cNvPr>
          <p:cNvSpPr>
            <a:spLocks xmlns:a="http://schemas.openxmlformats.org/drawingml/2006/main" noGrp="1"/>
          </p:cNvSpPr>
          <p:nvPr/>
        </p:nvSpPr>
        <p:spPr>
          <a:xfrm xmlns:a="http://schemas.openxmlformats.org/drawingml/2006/main">
            <a:off x="2990850" y="7677150"/>
            <a:ext cx="7829550" cy="95"/>
          </a:xfrm>
          <a:custGeom xmlns:a="http://schemas.openxmlformats.org/drawingml/2006/main">
            <a:pathLst>
              <a:path w="7829550" h="95">
                <a:moveTo>
                  <a:pt x="0" y="0"/>
                </a:moveTo>
                <a:lnTo>
                  <a:pt x="7829550" y="0"/>
                </a:lnTo>
              </a:path>
            </a:pathLst>
          </a:custGeom>
          <a:noFill xmlns:a="http://schemas.openxmlformats.org/drawingml/2006/main"/>
          <a:ln xmlns:a="http://schemas.openxmlformats.org/drawingml/2006/main" w="9525">
            <a:solidFill>
              <a:srgbClr val="E6EAF0"/>
            </a:solidFill>
            <a:prstDash val="solid"/>
          </a:ln>
        </p:spPr>
      </p:sp>
      <p:sp>
        <p:nvSpPr>
          <p:cNvPr id="192" name="sample-trajectory-0">
            <a:extLst xmlns:a="http://schemas.openxmlformats.org/drawingml/2006/main">
              <a:ext uri="{FF2B5EF4-FFF2-40B4-BE49-F238E27FC236}">
                <a16:creationId xmlns:a16="http://schemas.microsoft.com/office/drawing/2014/main" id="{9C47E189-7ACA-40D7-8AE2-A5059AD814A5}"/>
              </a:ext>
            </a:extLst>
          </p:cNvPr>
          <p:cNvSpPr>
            <a:spLocks xmlns:a="http://schemas.openxmlformats.org/drawingml/2006/main" noGrp="1"/>
          </p:cNvSpPr>
          <p:nvPr/>
        </p:nvSpPr>
        <p:spPr>
          <a:xfrm xmlns:a="http://schemas.openxmlformats.org/drawingml/2006/main">
            <a:off x="3209925" y="5986910"/>
            <a:ext cx="7372350" cy="283504"/>
          </a:xfrm>
          <a:custGeom xmlns:a="http://schemas.openxmlformats.org/drawingml/2006/main">
            <a:pathLst>
              <a:path w="7372350" h="283504">
                <a:moveTo>
                  <a:pt x="0" y="280540"/>
                </a:moveTo>
                <a:lnTo>
                  <a:pt x="105319" y="281384"/>
                </a:lnTo>
                <a:lnTo>
                  <a:pt x="210639" y="282165"/>
                </a:lnTo>
                <a:lnTo>
                  <a:pt x="315958" y="282819"/>
                </a:lnTo>
                <a:lnTo>
                  <a:pt x="421277" y="283286"/>
                </a:lnTo>
                <a:lnTo>
                  <a:pt x="526596" y="283504"/>
                </a:lnTo>
                <a:lnTo>
                  <a:pt x="631916" y="283416"/>
                </a:lnTo>
                <a:lnTo>
                  <a:pt x="737235" y="282969"/>
                </a:lnTo>
                <a:lnTo>
                  <a:pt x="842554" y="282112"/>
                </a:lnTo>
                <a:lnTo>
                  <a:pt x="947874" y="280797"/>
                </a:lnTo>
                <a:lnTo>
                  <a:pt x="1053193" y="278983"/>
                </a:lnTo>
                <a:lnTo>
                  <a:pt x="1158512" y="276633"/>
                </a:lnTo>
                <a:lnTo>
                  <a:pt x="1263831" y="273714"/>
                </a:lnTo>
                <a:lnTo>
                  <a:pt x="1369151" y="270202"/>
                </a:lnTo>
                <a:lnTo>
                  <a:pt x="1474470" y="266075"/>
                </a:lnTo>
                <a:lnTo>
                  <a:pt x="1579789" y="261322"/>
                </a:lnTo>
                <a:lnTo>
                  <a:pt x="1685109" y="255935"/>
                </a:lnTo>
                <a:lnTo>
                  <a:pt x="1790428" y="249913"/>
                </a:lnTo>
                <a:lnTo>
                  <a:pt x="1895747" y="243263"/>
                </a:lnTo>
                <a:lnTo>
                  <a:pt x="2001066" y="235999"/>
                </a:lnTo>
                <a:lnTo>
                  <a:pt x="2106386" y="228141"/>
                </a:lnTo>
                <a:lnTo>
                  <a:pt x="2211705" y="219716"/>
                </a:lnTo>
                <a:lnTo>
                  <a:pt x="2317024" y="210757"/>
                </a:lnTo>
                <a:lnTo>
                  <a:pt x="2422344" y="201304"/>
                </a:lnTo>
                <a:lnTo>
                  <a:pt x="2527663" y="191403"/>
                </a:lnTo>
                <a:lnTo>
                  <a:pt x="2632982" y="181105"/>
                </a:lnTo>
                <a:lnTo>
                  <a:pt x="2738301" y="170468"/>
                </a:lnTo>
                <a:lnTo>
                  <a:pt x="2843621" y="159554"/>
                </a:lnTo>
                <a:lnTo>
                  <a:pt x="2948940" y="148430"/>
                </a:lnTo>
                <a:lnTo>
                  <a:pt x="3054259" y="137166"/>
                </a:lnTo>
                <a:lnTo>
                  <a:pt x="3159579" y="125837"/>
                </a:lnTo>
                <a:lnTo>
                  <a:pt x="3264898" y="114520"/>
                </a:lnTo>
                <a:lnTo>
                  <a:pt x="3370217" y="103295"/>
                </a:lnTo>
                <a:lnTo>
                  <a:pt x="3475536" y="92243"/>
                </a:lnTo>
                <a:lnTo>
                  <a:pt x="3580856" y="81447"/>
                </a:lnTo>
                <a:lnTo>
                  <a:pt x="3686175" y="70990"/>
                </a:lnTo>
                <a:lnTo>
                  <a:pt x="3791494" y="60955"/>
                </a:lnTo>
                <a:lnTo>
                  <a:pt x="3896814" y="51425"/>
                </a:lnTo>
                <a:lnTo>
                  <a:pt x="4002133" y="42478"/>
                </a:lnTo>
                <a:lnTo>
                  <a:pt x="4107452" y="34195"/>
                </a:lnTo>
                <a:lnTo>
                  <a:pt x="4212771" y="26651"/>
                </a:lnTo>
                <a:lnTo>
                  <a:pt x="4318091" y="19917"/>
                </a:lnTo>
                <a:lnTo>
                  <a:pt x="4423410" y="14062"/>
                </a:lnTo>
                <a:lnTo>
                  <a:pt x="4528729" y="9150"/>
                </a:lnTo>
                <a:lnTo>
                  <a:pt x="4634049" y="5238"/>
                </a:lnTo>
                <a:lnTo>
                  <a:pt x="4739368" y="2379"/>
                </a:lnTo>
                <a:lnTo>
                  <a:pt x="4844687" y="619"/>
                </a:lnTo>
                <a:lnTo>
                  <a:pt x="4950006" y="0"/>
                </a:lnTo>
                <a:lnTo>
                  <a:pt x="5055326" y="553"/>
                </a:lnTo>
                <a:lnTo>
                  <a:pt x="5160645" y="2305"/>
                </a:lnTo>
                <a:lnTo>
                  <a:pt x="5265964" y="5273"/>
                </a:lnTo>
                <a:lnTo>
                  <a:pt x="5371284" y="9468"/>
                </a:lnTo>
                <a:lnTo>
                  <a:pt x="5476603" y="14893"/>
                </a:lnTo>
                <a:lnTo>
                  <a:pt x="5581922" y="21543"/>
                </a:lnTo>
                <a:lnTo>
                  <a:pt x="5687241" y="29403"/>
                </a:lnTo>
                <a:lnTo>
                  <a:pt x="5792561" y="38453"/>
                </a:lnTo>
                <a:lnTo>
                  <a:pt x="5897880" y="48664"/>
                </a:lnTo>
                <a:lnTo>
                  <a:pt x="6003199" y="59998"/>
                </a:lnTo>
                <a:lnTo>
                  <a:pt x="6108519" y="72410"/>
                </a:lnTo>
                <a:lnTo>
                  <a:pt x="6213838" y="85849"/>
                </a:lnTo>
                <a:lnTo>
                  <a:pt x="6319157" y="100256"/>
                </a:lnTo>
                <a:lnTo>
                  <a:pt x="6424476" y="115566"/>
                </a:lnTo>
                <a:lnTo>
                  <a:pt x="6529796" y="131707"/>
                </a:lnTo>
                <a:lnTo>
                  <a:pt x="6635115" y="148602"/>
                </a:lnTo>
                <a:lnTo>
                  <a:pt x="6740434" y="166168"/>
                </a:lnTo>
                <a:lnTo>
                  <a:pt x="6845754" y="184318"/>
                </a:lnTo>
                <a:lnTo>
                  <a:pt x="6951073" y="202961"/>
                </a:lnTo>
                <a:lnTo>
                  <a:pt x="7056392" y="222003"/>
                </a:lnTo>
                <a:lnTo>
                  <a:pt x="7161711" y="241347"/>
                </a:lnTo>
                <a:lnTo>
                  <a:pt x="7267031" y="260893"/>
                </a:lnTo>
                <a:lnTo>
                  <a:pt x="7372350" y="280540"/>
                </a:lnTo>
              </a:path>
            </a:pathLst>
          </a:custGeom>
          <a:noFill xmlns:a="http://schemas.openxmlformats.org/drawingml/2006/main"/>
          <a:ln xmlns:a="http://schemas.openxmlformats.org/drawingml/2006/main" w="22860">
            <a:solidFill>
              <a:srgbClr val="ACA0C8"/>
            </a:solidFill>
            <a:prstDash val="solid"/>
          </a:ln>
        </p:spPr>
      </p:sp>
      <p:sp>
        <p:nvSpPr>
          <p:cNvPr id="193" name="initial-state-0">
            <a:extLst xmlns:a="http://schemas.openxmlformats.org/drawingml/2006/main">
              <a:ext uri="{FF2B5EF4-FFF2-40B4-BE49-F238E27FC236}">
                <a16:creationId xmlns:a16="http://schemas.microsoft.com/office/drawing/2014/main" id="{1DA243A5-288B-48F0-A8E5-A0648CF1A358}"/>
              </a:ext>
            </a:extLst>
          </p:cNvPr>
          <p:cNvSpPr>
            <a:spLocks xmlns:a="http://schemas.openxmlformats.org/drawingml/2006/main" noGrp="1"/>
          </p:cNvSpPr>
          <p:nvPr/>
        </p:nvSpPr>
        <p:spPr>
          <a:xfrm xmlns:a="http://schemas.openxmlformats.org/drawingml/2006/main">
            <a:off x="3157538" y="6215063"/>
            <a:ext cx="104775" cy="10477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94" name="final-state-0">
            <a:extLst xmlns:a="http://schemas.openxmlformats.org/drawingml/2006/main">
              <a:ext uri="{FF2B5EF4-FFF2-40B4-BE49-F238E27FC236}">
                <a16:creationId xmlns:a16="http://schemas.microsoft.com/office/drawing/2014/main" id="{88B88A1E-6DDC-41CB-AFA7-D664655349B9}"/>
              </a:ext>
            </a:extLst>
          </p:cNvPr>
          <p:cNvSpPr>
            <a:spLocks xmlns:a="http://schemas.openxmlformats.org/drawingml/2006/main" noGrp="1"/>
          </p:cNvSpPr>
          <p:nvPr/>
        </p:nvSpPr>
        <p:spPr>
          <a:xfrm xmlns:a="http://schemas.openxmlformats.org/drawingml/2006/main">
            <a:off x="10529888" y="6215063"/>
            <a:ext cx="104775" cy="10477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195" name="trajectory-direction-0">
            <a:extLst xmlns:a="http://schemas.openxmlformats.org/drawingml/2006/main">
              <a:ext uri="{FF2B5EF4-FFF2-40B4-BE49-F238E27FC236}">
                <a16:creationId xmlns:a16="http://schemas.microsoft.com/office/drawing/2014/main" id="{D010323D-1B32-4329-BBC4-F156D7AD5E30}"/>
              </a:ext>
            </a:extLst>
          </p:cNvPr>
          <p:cNvSpPr>
            <a:spLocks xmlns:a="http://schemas.openxmlformats.org/drawingml/2006/main" noGrp="1"/>
          </p:cNvSpPr>
          <p:nvPr/>
        </p:nvSpPr>
        <p:spPr>
          <a:xfrm xmlns:a="http://schemas.openxmlformats.org/drawingml/2006/main">
            <a:off x="7633335" y="5992148"/>
            <a:ext cx="210639" cy="8825"/>
          </a:xfrm>
          <a:custGeom xmlns:a="http://schemas.openxmlformats.org/drawingml/2006/main">
            <a:pathLst>
              <a:path w="210639" h="8825">
                <a:moveTo>
                  <a:pt x="0" y="8825"/>
                </a:moveTo>
                <a:lnTo>
                  <a:pt x="210639" y="0"/>
                </a:lnTo>
              </a:path>
            </a:pathLst>
          </a:custGeom>
          <a:noFill xmlns:a="http://schemas.openxmlformats.org/drawingml/2006/main"/>
          <a:ln xmlns:a="http://schemas.openxmlformats.org/drawingml/2006/main" w="22860">
            <a:solidFill>
              <a:srgbClr val="ACA0C8"/>
            </a:solidFill>
            <a:prstDash val="solid"/>
          </a:ln>
        </p:spPr>
      </p:sp>
      <p:sp>
        <p:nvSpPr>
          <p:cNvPr id="196" name="trajectory-direction-0--arrow">
            <a:extLst xmlns:a="http://schemas.openxmlformats.org/drawingml/2006/main">
              <a:ext uri="{FF2B5EF4-FFF2-40B4-BE49-F238E27FC236}">
                <a16:creationId xmlns:a16="http://schemas.microsoft.com/office/drawing/2014/main" id="{71D58774-1FA2-494A-B58E-4FAAAD056521}"/>
              </a:ext>
            </a:extLst>
          </p:cNvPr>
          <p:cNvSpPr>
            <a:spLocks xmlns:a="http://schemas.openxmlformats.org/drawingml/2006/main" noGrp="1"/>
          </p:cNvSpPr>
          <p:nvPr/>
        </p:nvSpPr>
        <p:spPr>
          <a:xfrm xmlns:a="http://schemas.openxmlformats.org/drawingml/2006/main">
            <a:off x="7723841" y="5946349"/>
            <a:ext cx="120132" cy="101486"/>
          </a:xfrm>
          <a:custGeom xmlns:a="http://schemas.openxmlformats.org/drawingml/2006/main">
            <a:pathLst>
              <a:path w="120132" h="101486">
                <a:moveTo>
                  <a:pt x="120132" y="45799"/>
                </a:moveTo>
                <a:lnTo>
                  <a:pt x="0" y="0"/>
                </a:lnTo>
                <a:lnTo>
                  <a:pt x="4252" y="101486"/>
                </a:lnTo>
                <a:close/>
              </a:path>
            </a:pathLst>
          </a:custGeom>
          <a:solidFill xmlns:a="http://schemas.openxmlformats.org/drawingml/2006/main">
            <a:srgbClr val="ACA0C8"/>
          </a:solidFill>
          <a:ln xmlns:a="http://schemas.openxmlformats.org/drawingml/2006/main" w="0">
            <a:noFill/>
            <a:prstDash val="solid"/>
          </a:ln>
        </p:spPr>
      </p:sp>
      <p:sp>
        <p:nvSpPr>
          <p:cNvPr id="197" name="sample-trajectory-1">
            <a:extLst xmlns:a="http://schemas.openxmlformats.org/drawingml/2006/main">
              <a:ext uri="{FF2B5EF4-FFF2-40B4-BE49-F238E27FC236}">
                <a16:creationId xmlns:a16="http://schemas.microsoft.com/office/drawing/2014/main" id="{014618C3-E46B-488D-A6F6-5BD914DF0B8E}"/>
              </a:ext>
            </a:extLst>
          </p:cNvPr>
          <p:cNvSpPr>
            <a:spLocks xmlns:a="http://schemas.openxmlformats.org/drawingml/2006/main" noGrp="1"/>
          </p:cNvSpPr>
          <p:nvPr/>
        </p:nvSpPr>
        <p:spPr>
          <a:xfrm xmlns:a="http://schemas.openxmlformats.org/drawingml/2006/main">
            <a:off x="3209925" y="6378779"/>
            <a:ext cx="7372350" cy="240852"/>
          </a:xfrm>
          <a:custGeom xmlns:a="http://schemas.openxmlformats.org/drawingml/2006/main">
            <a:pathLst>
              <a:path w="7372350" h="240852">
                <a:moveTo>
                  <a:pt x="0" y="193471"/>
                </a:moveTo>
                <a:lnTo>
                  <a:pt x="105319" y="199016"/>
                </a:lnTo>
                <a:lnTo>
                  <a:pt x="210639" y="204488"/>
                </a:lnTo>
                <a:lnTo>
                  <a:pt x="315958" y="209814"/>
                </a:lnTo>
                <a:lnTo>
                  <a:pt x="421277" y="214924"/>
                </a:lnTo>
                <a:lnTo>
                  <a:pt x="526596" y="219749"/>
                </a:lnTo>
                <a:lnTo>
                  <a:pt x="631916" y="224221"/>
                </a:lnTo>
                <a:lnTo>
                  <a:pt x="737235" y="228277"/>
                </a:lnTo>
                <a:lnTo>
                  <a:pt x="842554" y="231858"/>
                </a:lnTo>
                <a:lnTo>
                  <a:pt x="947874" y="234907"/>
                </a:lnTo>
                <a:lnTo>
                  <a:pt x="1053193" y="237374"/>
                </a:lnTo>
                <a:lnTo>
                  <a:pt x="1158512" y="239213"/>
                </a:lnTo>
                <a:lnTo>
                  <a:pt x="1263831" y="240384"/>
                </a:lnTo>
                <a:lnTo>
                  <a:pt x="1369151" y="240852"/>
                </a:lnTo>
                <a:lnTo>
                  <a:pt x="1474470" y="240591"/>
                </a:lnTo>
                <a:lnTo>
                  <a:pt x="1579789" y="239579"/>
                </a:lnTo>
                <a:lnTo>
                  <a:pt x="1685109" y="237801"/>
                </a:lnTo>
                <a:lnTo>
                  <a:pt x="1790428" y="235249"/>
                </a:lnTo>
                <a:lnTo>
                  <a:pt x="1895747" y="231925"/>
                </a:lnTo>
                <a:lnTo>
                  <a:pt x="2001066" y="227833"/>
                </a:lnTo>
                <a:lnTo>
                  <a:pt x="2106386" y="222988"/>
                </a:lnTo>
                <a:lnTo>
                  <a:pt x="2211705" y="217412"/>
                </a:lnTo>
                <a:lnTo>
                  <a:pt x="2317024" y="211130"/>
                </a:lnTo>
                <a:lnTo>
                  <a:pt x="2422344" y="204179"/>
                </a:lnTo>
                <a:lnTo>
                  <a:pt x="2527663" y="196598"/>
                </a:lnTo>
                <a:lnTo>
                  <a:pt x="2632982" y="188435"/>
                </a:lnTo>
                <a:lnTo>
                  <a:pt x="2738301" y="179742"/>
                </a:lnTo>
                <a:lnTo>
                  <a:pt x="2843621" y="170579"/>
                </a:lnTo>
                <a:lnTo>
                  <a:pt x="2948940" y="161007"/>
                </a:lnTo>
                <a:lnTo>
                  <a:pt x="3054259" y="151096"/>
                </a:lnTo>
                <a:lnTo>
                  <a:pt x="3159579" y="140915"/>
                </a:lnTo>
                <a:lnTo>
                  <a:pt x="3264898" y="130541"/>
                </a:lnTo>
                <a:lnTo>
                  <a:pt x="3370217" y="120052"/>
                </a:lnTo>
                <a:lnTo>
                  <a:pt x="3475536" y="109526"/>
                </a:lnTo>
                <a:lnTo>
                  <a:pt x="3580856" y="99047"/>
                </a:lnTo>
                <a:lnTo>
                  <a:pt x="3686175" y="88696"/>
                </a:lnTo>
                <a:lnTo>
                  <a:pt x="3791494" y="78555"/>
                </a:lnTo>
                <a:lnTo>
                  <a:pt x="3896814" y="68708"/>
                </a:lnTo>
                <a:lnTo>
                  <a:pt x="4002133" y="59236"/>
                </a:lnTo>
                <a:lnTo>
                  <a:pt x="4107452" y="50217"/>
                </a:lnTo>
                <a:lnTo>
                  <a:pt x="4212771" y="41730"/>
                </a:lnTo>
                <a:lnTo>
                  <a:pt x="4318091" y="33847"/>
                </a:lnTo>
                <a:lnTo>
                  <a:pt x="4423410" y="26640"/>
                </a:lnTo>
                <a:lnTo>
                  <a:pt x="4528729" y="20174"/>
                </a:lnTo>
                <a:lnTo>
                  <a:pt x="4634049" y="14512"/>
                </a:lnTo>
                <a:lnTo>
                  <a:pt x="4739368" y="9708"/>
                </a:lnTo>
                <a:lnTo>
                  <a:pt x="4844687" y="5814"/>
                </a:lnTo>
                <a:lnTo>
                  <a:pt x="4950006" y="2874"/>
                </a:lnTo>
                <a:lnTo>
                  <a:pt x="5055326" y="926"/>
                </a:lnTo>
                <a:lnTo>
                  <a:pt x="5160645" y="0"/>
                </a:lnTo>
                <a:lnTo>
                  <a:pt x="5265964" y="120"/>
                </a:lnTo>
                <a:lnTo>
                  <a:pt x="5371284" y="1302"/>
                </a:lnTo>
                <a:lnTo>
                  <a:pt x="5476603" y="3555"/>
                </a:lnTo>
                <a:lnTo>
                  <a:pt x="5581922" y="6880"/>
                </a:lnTo>
                <a:lnTo>
                  <a:pt x="5687241" y="11269"/>
                </a:lnTo>
                <a:lnTo>
                  <a:pt x="5792561" y="16710"/>
                </a:lnTo>
                <a:lnTo>
                  <a:pt x="5897880" y="23180"/>
                </a:lnTo>
                <a:lnTo>
                  <a:pt x="6003199" y="30648"/>
                </a:lnTo>
                <a:lnTo>
                  <a:pt x="6108519" y="39079"/>
                </a:lnTo>
                <a:lnTo>
                  <a:pt x="6213838" y="48429"/>
                </a:lnTo>
                <a:lnTo>
                  <a:pt x="6319157" y="58647"/>
                </a:lnTo>
                <a:lnTo>
                  <a:pt x="6424476" y="69676"/>
                </a:lnTo>
                <a:lnTo>
                  <a:pt x="6529796" y="81453"/>
                </a:lnTo>
                <a:lnTo>
                  <a:pt x="6635115" y="93909"/>
                </a:lnTo>
                <a:lnTo>
                  <a:pt x="6740434" y="106972"/>
                </a:lnTo>
                <a:lnTo>
                  <a:pt x="6845754" y="120563"/>
                </a:lnTo>
                <a:lnTo>
                  <a:pt x="6951073" y="134600"/>
                </a:lnTo>
                <a:lnTo>
                  <a:pt x="7056392" y="148998"/>
                </a:lnTo>
                <a:lnTo>
                  <a:pt x="7161711" y="163670"/>
                </a:lnTo>
                <a:lnTo>
                  <a:pt x="7267031" y="178524"/>
                </a:lnTo>
                <a:lnTo>
                  <a:pt x="7372350" y="193471"/>
                </a:lnTo>
              </a:path>
            </a:pathLst>
          </a:custGeom>
          <a:noFill xmlns:a="http://schemas.openxmlformats.org/drawingml/2006/main"/>
          <a:ln xmlns:a="http://schemas.openxmlformats.org/drawingml/2006/main" w="22860">
            <a:solidFill>
              <a:srgbClr val="ACA0C8"/>
            </a:solidFill>
            <a:prstDash val="solid"/>
          </a:ln>
        </p:spPr>
      </p:sp>
      <p:sp>
        <p:nvSpPr>
          <p:cNvPr id="198" name="initial-state-1">
            <a:extLst xmlns:a="http://schemas.openxmlformats.org/drawingml/2006/main">
              <a:ext uri="{FF2B5EF4-FFF2-40B4-BE49-F238E27FC236}">
                <a16:creationId xmlns:a16="http://schemas.microsoft.com/office/drawing/2014/main" id="{D236C8F2-60D1-488F-A16D-49609169FDBC}"/>
              </a:ext>
            </a:extLst>
          </p:cNvPr>
          <p:cNvSpPr>
            <a:spLocks xmlns:a="http://schemas.openxmlformats.org/drawingml/2006/main" noGrp="1"/>
          </p:cNvSpPr>
          <p:nvPr/>
        </p:nvSpPr>
        <p:spPr>
          <a:xfrm xmlns:a="http://schemas.openxmlformats.org/drawingml/2006/main">
            <a:off x="3157538" y="6519863"/>
            <a:ext cx="104775" cy="10477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199" name="final-state-1">
            <a:extLst xmlns:a="http://schemas.openxmlformats.org/drawingml/2006/main">
              <a:ext uri="{FF2B5EF4-FFF2-40B4-BE49-F238E27FC236}">
                <a16:creationId xmlns:a16="http://schemas.microsoft.com/office/drawing/2014/main" id="{A48CDD10-7B14-4D22-BFBF-90EEC8E0348A}"/>
              </a:ext>
            </a:extLst>
          </p:cNvPr>
          <p:cNvSpPr>
            <a:spLocks xmlns:a="http://schemas.openxmlformats.org/drawingml/2006/main" noGrp="1"/>
          </p:cNvSpPr>
          <p:nvPr/>
        </p:nvSpPr>
        <p:spPr>
          <a:xfrm xmlns:a="http://schemas.openxmlformats.org/drawingml/2006/main">
            <a:off x="10529888" y="6519863"/>
            <a:ext cx="104775" cy="10477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200" name="trajectory-direction-1">
            <a:extLst xmlns:a="http://schemas.openxmlformats.org/drawingml/2006/main">
              <a:ext uri="{FF2B5EF4-FFF2-40B4-BE49-F238E27FC236}">
                <a16:creationId xmlns:a16="http://schemas.microsoft.com/office/drawing/2014/main" id="{57A7C2CC-040E-46F2-877C-32975F86046B}"/>
              </a:ext>
            </a:extLst>
          </p:cNvPr>
          <p:cNvSpPr>
            <a:spLocks xmlns:a="http://schemas.openxmlformats.org/drawingml/2006/main" noGrp="1"/>
          </p:cNvSpPr>
          <p:nvPr/>
        </p:nvSpPr>
        <p:spPr>
          <a:xfrm xmlns:a="http://schemas.openxmlformats.org/drawingml/2006/main">
            <a:off x="7633335" y="6393291"/>
            <a:ext cx="210639" cy="12128"/>
          </a:xfrm>
          <a:custGeom xmlns:a="http://schemas.openxmlformats.org/drawingml/2006/main">
            <a:pathLst>
              <a:path w="210639" h="12128">
                <a:moveTo>
                  <a:pt x="0" y="12128"/>
                </a:moveTo>
                <a:lnTo>
                  <a:pt x="210639" y="0"/>
                </a:lnTo>
              </a:path>
            </a:pathLst>
          </a:custGeom>
          <a:noFill xmlns:a="http://schemas.openxmlformats.org/drawingml/2006/main"/>
          <a:ln xmlns:a="http://schemas.openxmlformats.org/drawingml/2006/main" w="22860">
            <a:solidFill>
              <a:srgbClr val="ACA0C8"/>
            </a:solidFill>
            <a:prstDash val="solid"/>
          </a:ln>
        </p:spPr>
      </p:sp>
      <p:sp>
        <p:nvSpPr>
          <p:cNvPr id="201" name="trajectory-direction-1--arrow">
            <a:extLst xmlns:a="http://schemas.openxmlformats.org/drawingml/2006/main">
              <a:ext uri="{FF2B5EF4-FFF2-40B4-BE49-F238E27FC236}">
                <a16:creationId xmlns:a16="http://schemas.microsoft.com/office/drawing/2014/main" id="{9E1E0839-C317-4FBB-A452-35A2813315C6}"/>
              </a:ext>
            </a:extLst>
          </p:cNvPr>
          <p:cNvSpPr>
            <a:spLocks xmlns:a="http://schemas.openxmlformats.org/drawingml/2006/main" noGrp="1"/>
          </p:cNvSpPr>
          <p:nvPr/>
        </p:nvSpPr>
        <p:spPr>
          <a:xfrm xmlns:a="http://schemas.openxmlformats.org/drawingml/2006/main">
            <a:off x="7723139" y="6349377"/>
            <a:ext cx="120834" cy="101407"/>
          </a:xfrm>
          <a:custGeom xmlns:a="http://schemas.openxmlformats.org/drawingml/2006/main">
            <a:pathLst>
              <a:path w="120834" h="101407">
                <a:moveTo>
                  <a:pt x="120834" y="43914"/>
                </a:moveTo>
                <a:lnTo>
                  <a:pt x="0" y="0"/>
                </a:lnTo>
                <a:lnTo>
                  <a:pt x="5839" y="101407"/>
                </a:lnTo>
                <a:close/>
              </a:path>
            </a:pathLst>
          </a:custGeom>
          <a:solidFill xmlns:a="http://schemas.openxmlformats.org/drawingml/2006/main">
            <a:srgbClr val="ACA0C8"/>
          </a:solidFill>
          <a:ln xmlns:a="http://schemas.openxmlformats.org/drawingml/2006/main" w="0">
            <a:noFill/>
            <a:prstDash val="solid"/>
          </a:ln>
        </p:spPr>
      </p:sp>
      <p:sp>
        <p:nvSpPr>
          <p:cNvPr id="202" name="sample-trajectory-2">
            <a:extLst xmlns:a="http://schemas.openxmlformats.org/drawingml/2006/main">
              <a:ext uri="{FF2B5EF4-FFF2-40B4-BE49-F238E27FC236}">
                <a16:creationId xmlns:a16="http://schemas.microsoft.com/office/drawing/2014/main" id="{FA4729EC-257A-4FB5-8D46-665427E8ECDD}"/>
              </a:ext>
            </a:extLst>
          </p:cNvPr>
          <p:cNvSpPr>
            <a:spLocks xmlns:a="http://schemas.openxmlformats.org/drawingml/2006/main" noGrp="1"/>
          </p:cNvSpPr>
          <p:nvPr/>
        </p:nvSpPr>
        <p:spPr>
          <a:xfrm xmlns:a="http://schemas.openxmlformats.org/drawingml/2006/main">
            <a:off x="3209925" y="6762865"/>
            <a:ext cx="7372350" cy="228370"/>
          </a:xfrm>
          <a:custGeom xmlns:a="http://schemas.openxmlformats.org/drawingml/2006/main">
            <a:pathLst>
              <a:path w="7372350" h="228370">
                <a:moveTo>
                  <a:pt x="0" y="114185"/>
                </a:moveTo>
                <a:lnTo>
                  <a:pt x="105319" y="124431"/>
                </a:lnTo>
                <a:lnTo>
                  <a:pt x="210639" y="134594"/>
                </a:lnTo>
                <a:lnTo>
                  <a:pt x="315958" y="144593"/>
                </a:lnTo>
                <a:lnTo>
                  <a:pt x="421277" y="154347"/>
                </a:lnTo>
                <a:lnTo>
                  <a:pt x="526596" y="163778"/>
                </a:lnTo>
                <a:lnTo>
                  <a:pt x="631916" y="172809"/>
                </a:lnTo>
                <a:lnTo>
                  <a:pt x="737235" y="181369"/>
                </a:lnTo>
                <a:lnTo>
                  <a:pt x="842554" y="189387"/>
                </a:lnTo>
                <a:lnTo>
                  <a:pt x="947874" y="196800"/>
                </a:lnTo>
                <a:lnTo>
                  <a:pt x="1053193" y="203548"/>
                </a:lnTo>
                <a:lnTo>
                  <a:pt x="1158512" y="209577"/>
                </a:lnTo>
                <a:lnTo>
                  <a:pt x="1263831" y="214837"/>
                </a:lnTo>
                <a:lnTo>
                  <a:pt x="1369151" y="219287"/>
                </a:lnTo>
                <a:lnTo>
                  <a:pt x="1474470" y="222891"/>
                </a:lnTo>
                <a:lnTo>
                  <a:pt x="1579789" y="225619"/>
                </a:lnTo>
                <a:lnTo>
                  <a:pt x="1685109" y="227450"/>
                </a:lnTo>
                <a:lnTo>
                  <a:pt x="1790428" y="228370"/>
                </a:lnTo>
                <a:lnTo>
                  <a:pt x="1895747" y="228370"/>
                </a:lnTo>
                <a:lnTo>
                  <a:pt x="2001066" y="227450"/>
                </a:lnTo>
                <a:lnTo>
                  <a:pt x="2106386" y="225619"/>
                </a:lnTo>
                <a:lnTo>
                  <a:pt x="2211705" y="222891"/>
                </a:lnTo>
                <a:lnTo>
                  <a:pt x="2317024" y="219287"/>
                </a:lnTo>
                <a:lnTo>
                  <a:pt x="2422344" y="214837"/>
                </a:lnTo>
                <a:lnTo>
                  <a:pt x="2527663" y="209577"/>
                </a:lnTo>
                <a:lnTo>
                  <a:pt x="2632982" y="203548"/>
                </a:lnTo>
                <a:lnTo>
                  <a:pt x="2738301" y="196800"/>
                </a:lnTo>
                <a:lnTo>
                  <a:pt x="2843621" y="189387"/>
                </a:lnTo>
                <a:lnTo>
                  <a:pt x="2948940" y="181369"/>
                </a:lnTo>
                <a:lnTo>
                  <a:pt x="3054259" y="172809"/>
                </a:lnTo>
                <a:lnTo>
                  <a:pt x="3159579" y="163778"/>
                </a:lnTo>
                <a:lnTo>
                  <a:pt x="3264898" y="154347"/>
                </a:lnTo>
                <a:lnTo>
                  <a:pt x="3370217" y="144593"/>
                </a:lnTo>
                <a:lnTo>
                  <a:pt x="3475536" y="134594"/>
                </a:lnTo>
                <a:lnTo>
                  <a:pt x="3580856" y="124431"/>
                </a:lnTo>
                <a:lnTo>
                  <a:pt x="3686175" y="114185"/>
                </a:lnTo>
                <a:lnTo>
                  <a:pt x="3791494" y="103939"/>
                </a:lnTo>
                <a:lnTo>
                  <a:pt x="3896814" y="93776"/>
                </a:lnTo>
                <a:lnTo>
                  <a:pt x="4002133" y="83777"/>
                </a:lnTo>
                <a:lnTo>
                  <a:pt x="4107452" y="74023"/>
                </a:lnTo>
                <a:lnTo>
                  <a:pt x="4212771" y="64592"/>
                </a:lnTo>
                <a:lnTo>
                  <a:pt x="4318091" y="55561"/>
                </a:lnTo>
                <a:lnTo>
                  <a:pt x="4423410" y="47001"/>
                </a:lnTo>
                <a:lnTo>
                  <a:pt x="4528729" y="38983"/>
                </a:lnTo>
                <a:lnTo>
                  <a:pt x="4634049" y="31569"/>
                </a:lnTo>
                <a:lnTo>
                  <a:pt x="4739368" y="24822"/>
                </a:lnTo>
                <a:lnTo>
                  <a:pt x="4844687" y="18793"/>
                </a:lnTo>
                <a:lnTo>
                  <a:pt x="4950006" y="13533"/>
                </a:lnTo>
                <a:lnTo>
                  <a:pt x="5055326" y="9083"/>
                </a:lnTo>
                <a:lnTo>
                  <a:pt x="5160645" y="5479"/>
                </a:lnTo>
                <a:lnTo>
                  <a:pt x="5265964" y="2751"/>
                </a:lnTo>
                <a:lnTo>
                  <a:pt x="5371284" y="919"/>
                </a:lnTo>
                <a:lnTo>
                  <a:pt x="5476603" y="0"/>
                </a:lnTo>
                <a:lnTo>
                  <a:pt x="5581922" y="0"/>
                </a:lnTo>
                <a:lnTo>
                  <a:pt x="5687241" y="919"/>
                </a:lnTo>
                <a:lnTo>
                  <a:pt x="5792561" y="2751"/>
                </a:lnTo>
                <a:lnTo>
                  <a:pt x="5897880" y="5479"/>
                </a:lnTo>
                <a:lnTo>
                  <a:pt x="6003199" y="9083"/>
                </a:lnTo>
                <a:lnTo>
                  <a:pt x="6108519" y="13533"/>
                </a:lnTo>
                <a:lnTo>
                  <a:pt x="6213838" y="18793"/>
                </a:lnTo>
                <a:lnTo>
                  <a:pt x="6319157" y="24822"/>
                </a:lnTo>
                <a:lnTo>
                  <a:pt x="6424476" y="31569"/>
                </a:lnTo>
                <a:lnTo>
                  <a:pt x="6529796" y="38983"/>
                </a:lnTo>
                <a:lnTo>
                  <a:pt x="6635115" y="47001"/>
                </a:lnTo>
                <a:lnTo>
                  <a:pt x="6740434" y="55561"/>
                </a:lnTo>
                <a:lnTo>
                  <a:pt x="6845754" y="64592"/>
                </a:lnTo>
                <a:lnTo>
                  <a:pt x="6951073" y="74023"/>
                </a:lnTo>
                <a:lnTo>
                  <a:pt x="7056392" y="83777"/>
                </a:lnTo>
                <a:lnTo>
                  <a:pt x="7161711" y="93776"/>
                </a:lnTo>
                <a:lnTo>
                  <a:pt x="7267031" y="103939"/>
                </a:lnTo>
                <a:lnTo>
                  <a:pt x="7372350" y="114185"/>
                </a:lnTo>
              </a:path>
            </a:pathLst>
          </a:custGeom>
          <a:noFill xmlns:a="http://schemas.openxmlformats.org/drawingml/2006/main"/>
          <a:ln xmlns:a="http://schemas.openxmlformats.org/drawingml/2006/main" w="36195">
            <a:solidFill>
              <a:srgbClr val="7968B0"/>
            </a:solidFill>
            <a:prstDash val="solid"/>
          </a:ln>
        </p:spPr>
      </p:sp>
      <p:sp>
        <p:nvSpPr>
          <p:cNvPr id="203" name="initial-state-2">
            <a:extLst xmlns:a="http://schemas.openxmlformats.org/drawingml/2006/main">
              <a:ext uri="{FF2B5EF4-FFF2-40B4-BE49-F238E27FC236}">
                <a16:creationId xmlns:a16="http://schemas.microsoft.com/office/drawing/2014/main" id="{29C1A11D-0095-4927-97F1-D36E25E46F1D}"/>
              </a:ext>
            </a:extLst>
          </p:cNvPr>
          <p:cNvSpPr>
            <a:spLocks xmlns:a="http://schemas.openxmlformats.org/drawingml/2006/main" noGrp="1"/>
          </p:cNvSpPr>
          <p:nvPr/>
        </p:nvSpPr>
        <p:spPr>
          <a:xfrm xmlns:a="http://schemas.openxmlformats.org/drawingml/2006/main">
            <a:off x="3157538" y="6824663"/>
            <a:ext cx="104775" cy="10477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04" name="final-state-2">
            <a:extLst xmlns:a="http://schemas.openxmlformats.org/drawingml/2006/main">
              <a:ext uri="{FF2B5EF4-FFF2-40B4-BE49-F238E27FC236}">
                <a16:creationId xmlns:a16="http://schemas.microsoft.com/office/drawing/2014/main" id="{50202510-BB36-4150-9F06-BFA4CA25385C}"/>
              </a:ext>
            </a:extLst>
          </p:cNvPr>
          <p:cNvSpPr>
            <a:spLocks xmlns:a="http://schemas.openxmlformats.org/drawingml/2006/main" noGrp="1"/>
          </p:cNvSpPr>
          <p:nvPr/>
        </p:nvSpPr>
        <p:spPr>
          <a:xfrm xmlns:a="http://schemas.openxmlformats.org/drawingml/2006/main">
            <a:off x="10529888" y="6824663"/>
            <a:ext cx="104775" cy="10477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205" name="trajectory-direction-2">
            <a:extLst xmlns:a="http://schemas.openxmlformats.org/drawingml/2006/main">
              <a:ext uri="{FF2B5EF4-FFF2-40B4-BE49-F238E27FC236}">
                <a16:creationId xmlns:a16="http://schemas.microsoft.com/office/drawing/2014/main" id="{4E5831AA-56E9-4F09-80A1-1C1EA9F0FF6F}"/>
              </a:ext>
            </a:extLst>
          </p:cNvPr>
          <p:cNvSpPr>
            <a:spLocks xmlns:a="http://schemas.openxmlformats.org/drawingml/2006/main" noGrp="1"/>
          </p:cNvSpPr>
          <p:nvPr/>
        </p:nvSpPr>
        <p:spPr>
          <a:xfrm xmlns:a="http://schemas.openxmlformats.org/drawingml/2006/main">
            <a:off x="7633335" y="6794435"/>
            <a:ext cx="210639" cy="15432"/>
          </a:xfrm>
          <a:custGeom xmlns:a="http://schemas.openxmlformats.org/drawingml/2006/main">
            <a:pathLst>
              <a:path w="210639" h="15432">
                <a:moveTo>
                  <a:pt x="0" y="15432"/>
                </a:moveTo>
                <a:lnTo>
                  <a:pt x="210639" y="0"/>
                </a:lnTo>
              </a:path>
            </a:pathLst>
          </a:custGeom>
          <a:noFill xmlns:a="http://schemas.openxmlformats.org/drawingml/2006/main"/>
          <a:ln xmlns:a="http://schemas.openxmlformats.org/drawingml/2006/main" w="36195">
            <a:solidFill>
              <a:srgbClr val="7968B0"/>
            </a:solidFill>
            <a:prstDash val="solid"/>
          </a:ln>
        </p:spPr>
      </p:sp>
      <p:sp>
        <p:nvSpPr>
          <p:cNvPr id="206" name="trajectory-direction-2--arrow">
            <a:extLst xmlns:a="http://schemas.openxmlformats.org/drawingml/2006/main">
              <a:ext uri="{FF2B5EF4-FFF2-40B4-BE49-F238E27FC236}">
                <a16:creationId xmlns:a16="http://schemas.microsoft.com/office/drawing/2014/main" id="{56DDF1EE-5677-4072-A9D7-2FE87B35571D}"/>
              </a:ext>
            </a:extLst>
          </p:cNvPr>
          <p:cNvSpPr>
            <a:spLocks xmlns:a="http://schemas.openxmlformats.org/drawingml/2006/main" noGrp="1"/>
          </p:cNvSpPr>
          <p:nvPr/>
        </p:nvSpPr>
        <p:spPr>
          <a:xfrm xmlns:a="http://schemas.openxmlformats.org/drawingml/2006/main">
            <a:off x="7708750" y="6747668"/>
            <a:ext cx="135223" cy="112741"/>
          </a:xfrm>
          <a:custGeom xmlns:a="http://schemas.openxmlformats.org/drawingml/2006/main">
            <a:pathLst>
              <a:path w="135223" h="112741">
                <a:moveTo>
                  <a:pt x="135223" y="46766"/>
                </a:moveTo>
                <a:lnTo>
                  <a:pt x="0" y="0"/>
                </a:lnTo>
                <a:lnTo>
                  <a:pt x="8259" y="112741"/>
                </a:lnTo>
                <a:close/>
              </a:path>
            </a:pathLst>
          </a:custGeom>
          <a:solidFill xmlns:a="http://schemas.openxmlformats.org/drawingml/2006/main">
            <a:srgbClr val="7968B0"/>
          </a:solidFill>
          <a:ln xmlns:a="http://schemas.openxmlformats.org/drawingml/2006/main" w="0">
            <a:noFill/>
            <a:prstDash val="solid"/>
          </a:ln>
        </p:spPr>
      </p:sp>
      <p:sp>
        <p:nvSpPr>
          <p:cNvPr id="207" name="sample-trajectory-3">
            <a:extLst xmlns:a="http://schemas.openxmlformats.org/drawingml/2006/main">
              <a:ext uri="{FF2B5EF4-FFF2-40B4-BE49-F238E27FC236}">
                <a16:creationId xmlns:a16="http://schemas.microsoft.com/office/drawing/2014/main" id="{F6E54393-787E-44DE-B037-A54A98BC85DA}"/>
              </a:ext>
            </a:extLst>
          </p:cNvPr>
          <p:cNvSpPr>
            <a:spLocks xmlns:a="http://schemas.openxmlformats.org/drawingml/2006/main" noGrp="1"/>
          </p:cNvSpPr>
          <p:nvPr/>
        </p:nvSpPr>
        <p:spPr>
          <a:xfrm xmlns:a="http://schemas.openxmlformats.org/drawingml/2006/main">
            <a:off x="3209925" y="7134468"/>
            <a:ext cx="7372350" cy="240852"/>
          </a:xfrm>
          <a:custGeom xmlns:a="http://schemas.openxmlformats.org/drawingml/2006/main">
            <a:pathLst>
              <a:path w="7372350" h="240852">
                <a:moveTo>
                  <a:pt x="0" y="47382"/>
                </a:moveTo>
                <a:lnTo>
                  <a:pt x="105319" y="62328"/>
                </a:lnTo>
                <a:lnTo>
                  <a:pt x="210639" y="77183"/>
                </a:lnTo>
                <a:lnTo>
                  <a:pt x="315958" y="91854"/>
                </a:lnTo>
                <a:lnTo>
                  <a:pt x="421277" y="106252"/>
                </a:lnTo>
                <a:lnTo>
                  <a:pt x="526596" y="120289"/>
                </a:lnTo>
                <a:lnTo>
                  <a:pt x="631916" y="133880"/>
                </a:lnTo>
                <a:lnTo>
                  <a:pt x="737235" y="146943"/>
                </a:lnTo>
                <a:lnTo>
                  <a:pt x="842554" y="159399"/>
                </a:lnTo>
                <a:lnTo>
                  <a:pt x="947874" y="171176"/>
                </a:lnTo>
                <a:lnTo>
                  <a:pt x="1053193" y="182205"/>
                </a:lnTo>
                <a:lnTo>
                  <a:pt x="1158512" y="192423"/>
                </a:lnTo>
                <a:lnTo>
                  <a:pt x="1263831" y="201773"/>
                </a:lnTo>
                <a:lnTo>
                  <a:pt x="1369151" y="210204"/>
                </a:lnTo>
                <a:lnTo>
                  <a:pt x="1474470" y="217673"/>
                </a:lnTo>
                <a:lnTo>
                  <a:pt x="1579789" y="224142"/>
                </a:lnTo>
                <a:lnTo>
                  <a:pt x="1685109" y="229583"/>
                </a:lnTo>
                <a:lnTo>
                  <a:pt x="1790428" y="233973"/>
                </a:lnTo>
                <a:lnTo>
                  <a:pt x="1895747" y="237298"/>
                </a:lnTo>
                <a:lnTo>
                  <a:pt x="2001066" y="239550"/>
                </a:lnTo>
                <a:lnTo>
                  <a:pt x="2106386" y="240732"/>
                </a:lnTo>
                <a:lnTo>
                  <a:pt x="2211705" y="240852"/>
                </a:lnTo>
                <a:lnTo>
                  <a:pt x="2317024" y="239926"/>
                </a:lnTo>
                <a:lnTo>
                  <a:pt x="2422344" y="237978"/>
                </a:lnTo>
                <a:lnTo>
                  <a:pt x="2527663" y="235038"/>
                </a:lnTo>
                <a:lnTo>
                  <a:pt x="2632982" y="231144"/>
                </a:lnTo>
                <a:lnTo>
                  <a:pt x="2738301" y="226341"/>
                </a:lnTo>
                <a:lnTo>
                  <a:pt x="2843621" y="220678"/>
                </a:lnTo>
                <a:lnTo>
                  <a:pt x="2948940" y="214213"/>
                </a:lnTo>
                <a:lnTo>
                  <a:pt x="3054259" y="207005"/>
                </a:lnTo>
                <a:lnTo>
                  <a:pt x="3159579" y="199123"/>
                </a:lnTo>
                <a:lnTo>
                  <a:pt x="3264898" y="190635"/>
                </a:lnTo>
                <a:lnTo>
                  <a:pt x="3370217" y="181617"/>
                </a:lnTo>
                <a:lnTo>
                  <a:pt x="3475536" y="172144"/>
                </a:lnTo>
                <a:lnTo>
                  <a:pt x="3580856" y="162297"/>
                </a:lnTo>
                <a:lnTo>
                  <a:pt x="3686175" y="152157"/>
                </a:lnTo>
                <a:lnTo>
                  <a:pt x="3791494" y="141806"/>
                </a:lnTo>
                <a:lnTo>
                  <a:pt x="3896814" y="131326"/>
                </a:lnTo>
                <a:lnTo>
                  <a:pt x="4002133" y="120801"/>
                </a:lnTo>
                <a:lnTo>
                  <a:pt x="4107452" y="110311"/>
                </a:lnTo>
                <a:lnTo>
                  <a:pt x="4212771" y="99937"/>
                </a:lnTo>
                <a:lnTo>
                  <a:pt x="4318091" y="89757"/>
                </a:lnTo>
                <a:lnTo>
                  <a:pt x="4423410" y="79845"/>
                </a:lnTo>
                <a:lnTo>
                  <a:pt x="4528729" y="70273"/>
                </a:lnTo>
                <a:lnTo>
                  <a:pt x="4634049" y="61110"/>
                </a:lnTo>
                <a:lnTo>
                  <a:pt x="4739368" y="52417"/>
                </a:lnTo>
                <a:lnTo>
                  <a:pt x="4844687" y="44254"/>
                </a:lnTo>
                <a:lnTo>
                  <a:pt x="4950006" y="36674"/>
                </a:lnTo>
                <a:lnTo>
                  <a:pt x="5055326" y="29722"/>
                </a:lnTo>
                <a:lnTo>
                  <a:pt x="5160645" y="23441"/>
                </a:lnTo>
                <a:lnTo>
                  <a:pt x="5265964" y="17864"/>
                </a:lnTo>
                <a:lnTo>
                  <a:pt x="5371284" y="13019"/>
                </a:lnTo>
                <a:lnTo>
                  <a:pt x="5476603" y="8928"/>
                </a:lnTo>
                <a:lnTo>
                  <a:pt x="5581922" y="5603"/>
                </a:lnTo>
                <a:lnTo>
                  <a:pt x="5687241" y="3052"/>
                </a:lnTo>
                <a:lnTo>
                  <a:pt x="5792561" y="1274"/>
                </a:lnTo>
                <a:lnTo>
                  <a:pt x="5897880" y="261"/>
                </a:lnTo>
                <a:lnTo>
                  <a:pt x="6003199" y="0"/>
                </a:lnTo>
                <a:lnTo>
                  <a:pt x="6108519" y="469"/>
                </a:lnTo>
                <a:lnTo>
                  <a:pt x="6213838" y="1640"/>
                </a:lnTo>
                <a:lnTo>
                  <a:pt x="6319157" y="3479"/>
                </a:lnTo>
                <a:lnTo>
                  <a:pt x="6424476" y="5946"/>
                </a:lnTo>
                <a:lnTo>
                  <a:pt x="6529796" y="8995"/>
                </a:lnTo>
                <a:lnTo>
                  <a:pt x="6635115" y="12575"/>
                </a:lnTo>
                <a:lnTo>
                  <a:pt x="6740434" y="16631"/>
                </a:lnTo>
                <a:lnTo>
                  <a:pt x="6845754" y="21104"/>
                </a:lnTo>
                <a:lnTo>
                  <a:pt x="6951073" y="25928"/>
                </a:lnTo>
                <a:lnTo>
                  <a:pt x="7056392" y="31038"/>
                </a:lnTo>
                <a:lnTo>
                  <a:pt x="7161711" y="36365"/>
                </a:lnTo>
                <a:lnTo>
                  <a:pt x="7267031" y="41837"/>
                </a:lnTo>
                <a:lnTo>
                  <a:pt x="7372350" y="47382"/>
                </a:lnTo>
              </a:path>
            </a:pathLst>
          </a:custGeom>
          <a:noFill xmlns:a="http://schemas.openxmlformats.org/drawingml/2006/main"/>
          <a:ln xmlns:a="http://schemas.openxmlformats.org/drawingml/2006/main" w="22860">
            <a:solidFill>
              <a:srgbClr val="ACA0C8"/>
            </a:solidFill>
            <a:prstDash val="solid"/>
          </a:ln>
        </p:spPr>
      </p:sp>
      <p:sp>
        <p:nvSpPr>
          <p:cNvPr id="208" name="initial-state-3">
            <a:extLst xmlns:a="http://schemas.openxmlformats.org/drawingml/2006/main">
              <a:ext uri="{FF2B5EF4-FFF2-40B4-BE49-F238E27FC236}">
                <a16:creationId xmlns:a16="http://schemas.microsoft.com/office/drawing/2014/main" id="{F07FE9FE-E8A8-4D9C-A1D0-01AF711A96E8}"/>
              </a:ext>
            </a:extLst>
          </p:cNvPr>
          <p:cNvSpPr>
            <a:spLocks xmlns:a="http://schemas.openxmlformats.org/drawingml/2006/main" noGrp="1"/>
          </p:cNvSpPr>
          <p:nvPr/>
        </p:nvSpPr>
        <p:spPr>
          <a:xfrm xmlns:a="http://schemas.openxmlformats.org/drawingml/2006/main">
            <a:off x="3157538" y="7129463"/>
            <a:ext cx="104775" cy="10477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09" name="final-state-3">
            <a:extLst xmlns:a="http://schemas.openxmlformats.org/drawingml/2006/main">
              <a:ext uri="{FF2B5EF4-FFF2-40B4-BE49-F238E27FC236}">
                <a16:creationId xmlns:a16="http://schemas.microsoft.com/office/drawing/2014/main" id="{F31DFC88-382A-4430-A447-BDC19752011A}"/>
              </a:ext>
            </a:extLst>
          </p:cNvPr>
          <p:cNvSpPr>
            <a:spLocks xmlns:a="http://schemas.openxmlformats.org/drawingml/2006/main" noGrp="1"/>
          </p:cNvSpPr>
          <p:nvPr/>
        </p:nvSpPr>
        <p:spPr>
          <a:xfrm xmlns:a="http://schemas.openxmlformats.org/drawingml/2006/main">
            <a:off x="10529888" y="7129463"/>
            <a:ext cx="104775" cy="10477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210" name="trajectory-direction-3">
            <a:extLst xmlns:a="http://schemas.openxmlformats.org/drawingml/2006/main">
              <a:ext uri="{FF2B5EF4-FFF2-40B4-BE49-F238E27FC236}">
                <a16:creationId xmlns:a16="http://schemas.microsoft.com/office/drawing/2014/main" id="{08322735-335B-4D38-9C52-C7451A0CA496}"/>
              </a:ext>
            </a:extLst>
          </p:cNvPr>
          <p:cNvSpPr>
            <a:spLocks xmlns:a="http://schemas.openxmlformats.org/drawingml/2006/main" noGrp="1"/>
          </p:cNvSpPr>
          <p:nvPr/>
        </p:nvSpPr>
        <p:spPr>
          <a:xfrm xmlns:a="http://schemas.openxmlformats.org/drawingml/2006/main">
            <a:off x="7633335" y="7195578"/>
            <a:ext cx="210639" cy="18735"/>
          </a:xfrm>
          <a:custGeom xmlns:a="http://schemas.openxmlformats.org/drawingml/2006/main">
            <a:pathLst>
              <a:path w="210639" h="18735">
                <a:moveTo>
                  <a:pt x="0" y="18735"/>
                </a:moveTo>
                <a:lnTo>
                  <a:pt x="210639" y="0"/>
                </a:lnTo>
              </a:path>
            </a:pathLst>
          </a:custGeom>
          <a:noFill xmlns:a="http://schemas.openxmlformats.org/drawingml/2006/main"/>
          <a:ln xmlns:a="http://schemas.openxmlformats.org/drawingml/2006/main" w="22860">
            <a:solidFill>
              <a:srgbClr val="ACA0C8"/>
            </a:solidFill>
            <a:prstDash val="solid"/>
          </a:ln>
        </p:spPr>
      </p:sp>
      <p:sp>
        <p:nvSpPr>
          <p:cNvPr id="211" name="trajectory-direction-3--arrow">
            <a:extLst xmlns:a="http://schemas.openxmlformats.org/drawingml/2006/main">
              <a:ext uri="{FF2B5EF4-FFF2-40B4-BE49-F238E27FC236}">
                <a16:creationId xmlns:a16="http://schemas.microsoft.com/office/drawing/2014/main" id="{83B60811-5033-4346-97B8-D63661F968BE}"/>
              </a:ext>
            </a:extLst>
          </p:cNvPr>
          <p:cNvSpPr>
            <a:spLocks xmlns:a="http://schemas.openxmlformats.org/drawingml/2006/main" noGrp="1"/>
          </p:cNvSpPr>
          <p:nvPr/>
        </p:nvSpPr>
        <p:spPr>
          <a:xfrm xmlns:a="http://schemas.openxmlformats.org/drawingml/2006/main">
            <a:off x="7721829" y="7155454"/>
            <a:ext cx="122145" cy="101175"/>
          </a:xfrm>
          <a:custGeom xmlns:a="http://schemas.openxmlformats.org/drawingml/2006/main">
            <a:pathLst>
              <a:path w="122145" h="101175">
                <a:moveTo>
                  <a:pt x="122145" y="40124"/>
                </a:moveTo>
                <a:lnTo>
                  <a:pt x="0" y="0"/>
                </a:lnTo>
                <a:lnTo>
                  <a:pt x="8999" y="101175"/>
                </a:lnTo>
                <a:close/>
              </a:path>
            </a:pathLst>
          </a:custGeom>
          <a:solidFill xmlns:a="http://schemas.openxmlformats.org/drawingml/2006/main">
            <a:srgbClr val="ACA0C8"/>
          </a:solidFill>
          <a:ln xmlns:a="http://schemas.openxmlformats.org/drawingml/2006/main" w="0">
            <a:noFill/>
            <a:prstDash val="solid"/>
          </a:ln>
        </p:spPr>
      </p:sp>
      <p:sp>
        <p:nvSpPr>
          <p:cNvPr id="212" name="sample-trajectory-4">
            <a:extLst xmlns:a="http://schemas.openxmlformats.org/drawingml/2006/main">
              <a:ext uri="{FF2B5EF4-FFF2-40B4-BE49-F238E27FC236}">
                <a16:creationId xmlns:a16="http://schemas.microsoft.com/office/drawing/2014/main" id="{E9760BA5-4527-469E-9641-6D1FFC0E27A8}"/>
              </a:ext>
            </a:extLst>
          </p:cNvPr>
          <p:cNvSpPr>
            <a:spLocks xmlns:a="http://schemas.openxmlformats.org/drawingml/2006/main" noGrp="1"/>
          </p:cNvSpPr>
          <p:nvPr/>
        </p:nvSpPr>
        <p:spPr>
          <a:xfrm xmlns:a="http://schemas.openxmlformats.org/drawingml/2006/main">
            <a:off x="3209925" y="7483686"/>
            <a:ext cx="7372350" cy="283504"/>
          </a:xfrm>
          <a:custGeom xmlns:a="http://schemas.openxmlformats.org/drawingml/2006/main">
            <a:pathLst>
              <a:path w="7372350" h="283504">
                <a:moveTo>
                  <a:pt x="0" y="2964"/>
                </a:moveTo>
                <a:lnTo>
                  <a:pt x="105319" y="22611"/>
                </a:lnTo>
                <a:lnTo>
                  <a:pt x="210639" y="42157"/>
                </a:lnTo>
                <a:lnTo>
                  <a:pt x="315958" y="61500"/>
                </a:lnTo>
                <a:lnTo>
                  <a:pt x="421277" y="80542"/>
                </a:lnTo>
                <a:lnTo>
                  <a:pt x="526596" y="99186"/>
                </a:lnTo>
                <a:lnTo>
                  <a:pt x="631916" y="117336"/>
                </a:lnTo>
                <a:lnTo>
                  <a:pt x="737235" y="134902"/>
                </a:lnTo>
                <a:lnTo>
                  <a:pt x="842554" y="151797"/>
                </a:lnTo>
                <a:lnTo>
                  <a:pt x="947874" y="167937"/>
                </a:lnTo>
                <a:lnTo>
                  <a:pt x="1053193" y="183247"/>
                </a:lnTo>
                <a:lnTo>
                  <a:pt x="1158512" y="197655"/>
                </a:lnTo>
                <a:lnTo>
                  <a:pt x="1263831" y="211094"/>
                </a:lnTo>
                <a:lnTo>
                  <a:pt x="1369151" y="223506"/>
                </a:lnTo>
                <a:lnTo>
                  <a:pt x="1474470" y="234840"/>
                </a:lnTo>
                <a:lnTo>
                  <a:pt x="1579789" y="245050"/>
                </a:lnTo>
                <a:lnTo>
                  <a:pt x="1685109" y="254100"/>
                </a:lnTo>
                <a:lnTo>
                  <a:pt x="1790428" y="261961"/>
                </a:lnTo>
                <a:lnTo>
                  <a:pt x="1895747" y="268610"/>
                </a:lnTo>
                <a:lnTo>
                  <a:pt x="2001066" y="274035"/>
                </a:lnTo>
                <a:lnTo>
                  <a:pt x="2106386" y="278231"/>
                </a:lnTo>
                <a:lnTo>
                  <a:pt x="2211705" y="281199"/>
                </a:lnTo>
                <a:lnTo>
                  <a:pt x="2317024" y="282950"/>
                </a:lnTo>
                <a:lnTo>
                  <a:pt x="2422344" y="283504"/>
                </a:lnTo>
                <a:lnTo>
                  <a:pt x="2527663" y="282884"/>
                </a:lnTo>
                <a:lnTo>
                  <a:pt x="2632982" y="281125"/>
                </a:lnTo>
                <a:lnTo>
                  <a:pt x="2738301" y="278266"/>
                </a:lnTo>
                <a:lnTo>
                  <a:pt x="2843621" y="274354"/>
                </a:lnTo>
                <a:lnTo>
                  <a:pt x="2948940" y="269441"/>
                </a:lnTo>
                <a:lnTo>
                  <a:pt x="3054259" y="263586"/>
                </a:lnTo>
                <a:lnTo>
                  <a:pt x="3159579" y="256853"/>
                </a:lnTo>
                <a:lnTo>
                  <a:pt x="3264898" y="249308"/>
                </a:lnTo>
                <a:lnTo>
                  <a:pt x="3370217" y="241025"/>
                </a:lnTo>
                <a:lnTo>
                  <a:pt x="3475536" y="232079"/>
                </a:lnTo>
                <a:lnTo>
                  <a:pt x="3580856" y="222548"/>
                </a:lnTo>
                <a:lnTo>
                  <a:pt x="3686175" y="212514"/>
                </a:lnTo>
                <a:lnTo>
                  <a:pt x="3791494" y="202057"/>
                </a:lnTo>
                <a:lnTo>
                  <a:pt x="3896814" y="191261"/>
                </a:lnTo>
                <a:lnTo>
                  <a:pt x="4002133" y="180209"/>
                </a:lnTo>
                <a:lnTo>
                  <a:pt x="4107452" y="168984"/>
                </a:lnTo>
                <a:lnTo>
                  <a:pt x="4212771" y="157667"/>
                </a:lnTo>
                <a:lnTo>
                  <a:pt x="4318091" y="146338"/>
                </a:lnTo>
                <a:lnTo>
                  <a:pt x="4423410" y="135074"/>
                </a:lnTo>
                <a:lnTo>
                  <a:pt x="4528729" y="123949"/>
                </a:lnTo>
                <a:lnTo>
                  <a:pt x="4634049" y="113035"/>
                </a:lnTo>
                <a:lnTo>
                  <a:pt x="4739368" y="102398"/>
                </a:lnTo>
                <a:lnTo>
                  <a:pt x="4844687" y="92101"/>
                </a:lnTo>
                <a:lnTo>
                  <a:pt x="4950006" y="82200"/>
                </a:lnTo>
                <a:lnTo>
                  <a:pt x="5055326" y="72746"/>
                </a:lnTo>
                <a:lnTo>
                  <a:pt x="5160645" y="63787"/>
                </a:lnTo>
                <a:lnTo>
                  <a:pt x="5265964" y="55362"/>
                </a:lnTo>
                <a:lnTo>
                  <a:pt x="5371284" y="47504"/>
                </a:lnTo>
                <a:lnTo>
                  <a:pt x="5476603" y="40240"/>
                </a:lnTo>
                <a:lnTo>
                  <a:pt x="5581922" y="33591"/>
                </a:lnTo>
                <a:lnTo>
                  <a:pt x="5687241" y="27569"/>
                </a:lnTo>
                <a:lnTo>
                  <a:pt x="5792561" y="22182"/>
                </a:lnTo>
                <a:lnTo>
                  <a:pt x="5897880" y="17428"/>
                </a:lnTo>
                <a:lnTo>
                  <a:pt x="6003199" y="13302"/>
                </a:lnTo>
                <a:lnTo>
                  <a:pt x="6108519" y="9790"/>
                </a:lnTo>
                <a:lnTo>
                  <a:pt x="6213838" y="6871"/>
                </a:lnTo>
                <a:lnTo>
                  <a:pt x="6319157" y="4521"/>
                </a:lnTo>
                <a:lnTo>
                  <a:pt x="6424476" y="2707"/>
                </a:lnTo>
                <a:lnTo>
                  <a:pt x="6529796" y="1392"/>
                </a:lnTo>
                <a:lnTo>
                  <a:pt x="6635115" y="534"/>
                </a:lnTo>
                <a:lnTo>
                  <a:pt x="6740434" y="87"/>
                </a:lnTo>
                <a:lnTo>
                  <a:pt x="6845754" y="0"/>
                </a:lnTo>
                <a:lnTo>
                  <a:pt x="6951073" y="218"/>
                </a:lnTo>
                <a:lnTo>
                  <a:pt x="7056392" y="684"/>
                </a:lnTo>
                <a:lnTo>
                  <a:pt x="7161711" y="1339"/>
                </a:lnTo>
                <a:lnTo>
                  <a:pt x="7267031" y="2119"/>
                </a:lnTo>
                <a:lnTo>
                  <a:pt x="7372350" y="2964"/>
                </a:lnTo>
              </a:path>
            </a:pathLst>
          </a:custGeom>
          <a:noFill xmlns:a="http://schemas.openxmlformats.org/drawingml/2006/main"/>
          <a:ln xmlns:a="http://schemas.openxmlformats.org/drawingml/2006/main" w="22860">
            <a:solidFill>
              <a:srgbClr val="ACA0C8"/>
            </a:solidFill>
            <a:prstDash val="solid"/>
          </a:ln>
        </p:spPr>
      </p:sp>
      <p:sp>
        <p:nvSpPr>
          <p:cNvPr id="213" name="initial-state-4">
            <a:extLst xmlns:a="http://schemas.openxmlformats.org/drawingml/2006/main">
              <a:ext uri="{FF2B5EF4-FFF2-40B4-BE49-F238E27FC236}">
                <a16:creationId xmlns:a16="http://schemas.microsoft.com/office/drawing/2014/main" id="{D6B7B925-B435-4F61-BFBE-BA90EAA3AC73}"/>
              </a:ext>
            </a:extLst>
          </p:cNvPr>
          <p:cNvSpPr>
            <a:spLocks xmlns:a="http://schemas.openxmlformats.org/drawingml/2006/main" noGrp="1"/>
          </p:cNvSpPr>
          <p:nvPr/>
        </p:nvSpPr>
        <p:spPr>
          <a:xfrm xmlns:a="http://schemas.openxmlformats.org/drawingml/2006/main">
            <a:off x="3157538" y="7434263"/>
            <a:ext cx="104775" cy="104775"/>
          </a:xfrm>
          <a:prstGeom xmlns:a="http://schemas.openxmlformats.org/drawingml/2006/main" prst="ellipse">
            <a:avLst/>
          </a:prstGeom>
          <a:solidFill xmlns:a="http://schemas.openxmlformats.org/drawingml/2006/main">
            <a:srgbClr val="4575AA"/>
          </a:solidFill>
          <a:ln xmlns:a="http://schemas.openxmlformats.org/drawingml/2006/main" w="0">
            <a:noFill/>
            <a:prstDash val="solid"/>
          </a:ln>
        </p:spPr>
      </p:sp>
      <p:sp>
        <p:nvSpPr>
          <p:cNvPr id="214" name="final-state-4">
            <a:extLst xmlns:a="http://schemas.openxmlformats.org/drawingml/2006/main">
              <a:ext uri="{FF2B5EF4-FFF2-40B4-BE49-F238E27FC236}">
                <a16:creationId xmlns:a16="http://schemas.microsoft.com/office/drawing/2014/main" id="{9B147D5D-7A36-415D-A470-4B8573D9356A}"/>
              </a:ext>
            </a:extLst>
          </p:cNvPr>
          <p:cNvSpPr>
            <a:spLocks xmlns:a="http://schemas.openxmlformats.org/drawingml/2006/main" noGrp="1"/>
          </p:cNvSpPr>
          <p:nvPr/>
        </p:nvSpPr>
        <p:spPr>
          <a:xfrm xmlns:a="http://schemas.openxmlformats.org/drawingml/2006/main">
            <a:off x="10529888" y="7434263"/>
            <a:ext cx="104775" cy="10477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215" name="trajectory-direction-4">
            <a:extLst xmlns:a="http://schemas.openxmlformats.org/drawingml/2006/main">
              <a:ext uri="{FF2B5EF4-FFF2-40B4-BE49-F238E27FC236}">
                <a16:creationId xmlns:a16="http://schemas.microsoft.com/office/drawing/2014/main" id="{0F171BB5-99C2-4F0D-80B7-3254CBABB7DF}"/>
              </a:ext>
            </a:extLst>
          </p:cNvPr>
          <p:cNvSpPr>
            <a:spLocks xmlns:a="http://schemas.openxmlformats.org/drawingml/2006/main" noGrp="1"/>
          </p:cNvSpPr>
          <p:nvPr/>
        </p:nvSpPr>
        <p:spPr>
          <a:xfrm xmlns:a="http://schemas.openxmlformats.org/drawingml/2006/main">
            <a:off x="7633335" y="7596722"/>
            <a:ext cx="210639" cy="22038"/>
          </a:xfrm>
          <a:custGeom xmlns:a="http://schemas.openxmlformats.org/drawingml/2006/main">
            <a:pathLst>
              <a:path w="210639" h="22038">
                <a:moveTo>
                  <a:pt x="0" y="22038"/>
                </a:moveTo>
                <a:lnTo>
                  <a:pt x="210639" y="0"/>
                </a:lnTo>
              </a:path>
            </a:pathLst>
          </a:custGeom>
          <a:noFill xmlns:a="http://schemas.openxmlformats.org/drawingml/2006/main"/>
          <a:ln xmlns:a="http://schemas.openxmlformats.org/drawingml/2006/main" w="22860">
            <a:solidFill>
              <a:srgbClr val="ACA0C8"/>
            </a:solidFill>
            <a:prstDash val="solid"/>
          </a:ln>
        </p:spPr>
      </p:sp>
      <p:sp>
        <p:nvSpPr>
          <p:cNvPr id="216" name="trajectory-direction-4--arrow">
            <a:extLst xmlns:a="http://schemas.openxmlformats.org/drawingml/2006/main">
              <a:ext uri="{FF2B5EF4-FFF2-40B4-BE49-F238E27FC236}">
                <a16:creationId xmlns:a16="http://schemas.microsoft.com/office/drawing/2014/main" id="{4B80EA29-9207-44A6-BCE7-ACE222D24AC8}"/>
              </a:ext>
            </a:extLst>
          </p:cNvPr>
          <p:cNvSpPr>
            <a:spLocks xmlns:a="http://schemas.openxmlformats.org/drawingml/2006/main" noGrp="1"/>
          </p:cNvSpPr>
          <p:nvPr/>
        </p:nvSpPr>
        <p:spPr>
          <a:xfrm xmlns:a="http://schemas.openxmlformats.org/drawingml/2006/main">
            <a:off x="7721220" y="7558500"/>
            <a:ext cx="122754" cy="101023"/>
          </a:xfrm>
          <a:custGeom xmlns:a="http://schemas.openxmlformats.org/drawingml/2006/main">
            <a:pathLst>
              <a:path w="122754" h="101023">
                <a:moveTo>
                  <a:pt x="122754" y="38221"/>
                </a:moveTo>
                <a:lnTo>
                  <a:pt x="0" y="0"/>
                </a:lnTo>
                <a:lnTo>
                  <a:pt x="10570" y="101023"/>
                </a:lnTo>
                <a:close/>
              </a:path>
            </a:pathLst>
          </a:custGeom>
          <a:solidFill xmlns:a="http://schemas.openxmlformats.org/drawingml/2006/main">
            <a:srgbClr val="ACA0C8"/>
          </a:solidFill>
          <a:ln xmlns:a="http://schemas.openxmlformats.org/drawingml/2006/main" w="0">
            <a:noFill/>
            <a:prstDash val="solid"/>
          </a:ln>
        </p:spPr>
      </p:sp>
      <p:sp>
        <p:nvSpPr>
          <p:cNvPr id="217" name="field-arrow-0-0">
            <a:extLst xmlns:a="http://schemas.openxmlformats.org/drawingml/2006/main">
              <a:ext uri="{FF2B5EF4-FFF2-40B4-BE49-F238E27FC236}">
                <a16:creationId xmlns:a16="http://schemas.microsoft.com/office/drawing/2014/main" id="{E6AD7055-3487-4C2D-B11C-2F9865EF8564}"/>
              </a:ext>
            </a:extLst>
          </p:cNvPr>
          <p:cNvSpPr>
            <a:spLocks xmlns:a="http://schemas.openxmlformats.org/drawingml/2006/main" noGrp="1"/>
          </p:cNvSpPr>
          <p:nvPr/>
        </p:nvSpPr>
        <p:spPr>
          <a:xfrm xmlns:a="http://schemas.openxmlformats.org/drawingml/2006/main">
            <a:off x="3524250" y="6076950"/>
            <a:ext cx="180975" cy="4989"/>
          </a:xfrm>
          <a:custGeom xmlns:a="http://schemas.openxmlformats.org/drawingml/2006/main">
            <a:pathLst>
              <a:path w="180975" h="4989">
                <a:moveTo>
                  <a:pt x="0" y="0"/>
                </a:moveTo>
                <a:lnTo>
                  <a:pt x="180975" y="4989"/>
                </a:lnTo>
              </a:path>
            </a:pathLst>
          </a:custGeom>
          <a:noFill xmlns:a="http://schemas.openxmlformats.org/drawingml/2006/main"/>
          <a:ln xmlns:a="http://schemas.openxmlformats.org/drawingml/2006/main" w="11430">
            <a:solidFill>
              <a:srgbClr val="A8B6C9"/>
            </a:solidFill>
            <a:prstDash val="solid"/>
          </a:ln>
        </p:spPr>
      </p:sp>
      <p:sp>
        <p:nvSpPr>
          <p:cNvPr id="218" name="field-arrow-0-0--arrow">
            <a:extLst xmlns:a="http://schemas.openxmlformats.org/drawingml/2006/main">
              <a:ext uri="{FF2B5EF4-FFF2-40B4-BE49-F238E27FC236}">
                <a16:creationId xmlns:a16="http://schemas.microsoft.com/office/drawing/2014/main" id="{3A481B31-C737-485E-B2B2-9A2E3245E3FD}"/>
              </a:ext>
            </a:extLst>
          </p:cNvPr>
          <p:cNvSpPr>
            <a:spLocks xmlns:a="http://schemas.openxmlformats.org/drawingml/2006/main" noGrp="1"/>
          </p:cNvSpPr>
          <p:nvPr/>
        </p:nvSpPr>
        <p:spPr>
          <a:xfrm xmlns:a="http://schemas.openxmlformats.org/drawingml/2006/main">
            <a:off x="3597321" y="6033144"/>
            <a:ext cx="107904" cy="91710"/>
          </a:xfrm>
          <a:custGeom xmlns:a="http://schemas.openxmlformats.org/drawingml/2006/main">
            <a:pathLst>
              <a:path w="107904" h="91710">
                <a:moveTo>
                  <a:pt x="107904" y="48795"/>
                </a:moveTo>
                <a:lnTo>
                  <a:pt x="2528" y="0"/>
                </a:lnTo>
                <a:lnTo>
                  <a:pt x="0" y="91710"/>
                </a:lnTo>
                <a:close/>
              </a:path>
            </a:pathLst>
          </a:custGeom>
          <a:solidFill xmlns:a="http://schemas.openxmlformats.org/drawingml/2006/main">
            <a:srgbClr val="A8B6C9"/>
          </a:solidFill>
          <a:ln xmlns:a="http://schemas.openxmlformats.org/drawingml/2006/main" w="0">
            <a:noFill/>
            <a:prstDash val="solid"/>
          </a:ln>
        </p:spPr>
      </p:sp>
      <p:sp>
        <p:nvSpPr>
          <p:cNvPr id="219" name="field-arrow-0-1">
            <a:extLst xmlns:a="http://schemas.openxmlformats.org/drawingml/2006/main">
              <a:ext uri="{FF2B5EF4-FFF2-40B4-BE49-F238E27FC236}">
                <a16:creationId xmlns:a16="http://schemas.microsoft.com/office/drawing/2014/main" id="{5825C54D-A9CF-4720-A5FE-71593B539795}"/>
              </a:ext>
            </a:extLst>
          </p:cNvPr>
          <p:cNvSpPr>
            <a:spLocks xmlns:a="http://schemas.openxmlformats.org/drawingml/2006/main" noGrp="1"/>
          </p:cNvSpPr>
          <p:nvPr/>
        </p:nvSpPr>
        <p:spPr>
          <a:xfrm xmlns:a="http://schemas.openxmlformats.org/drawingml/2006/main">
            <a:off x="3524250" y="6534150"/>
            <a:ext cx="180975" cy="12997"/>
          </a:xfrm>
          <a:custGeom xmlns:a="http://schemas.openxmlformats.org/drawingml/2006/main">
            <a:pathLst>
              <a:path w="180975" h="12997">
                <a:moveTo>
                  <a:pt x="0" y="0"/>
                </a:moveTo>
                <a:lnTo>
                  <a:pt x="180975" y="12997"/>
                </a:lnTo>
              </a:path>
            </a:pathLst>
          </a:custGeom>
          <a:noFill xmlns:a="http://schemas.openxmlformats.org/drawingml/2006/main"/>
          <a:ln xmlns:a="http://schemas.openxmlformats.org/drawingml/2006/main" w="11430">
            <a:solidFill>
              <a:srgbClr val="A8B6C9"/>
            </a:solidFill>
            <a:prstDash val="solid"/>
          </a:ln>
        </p:spPr>
      </p:sp>
      <p:sp>
        <p:nvSpPr>
          <p:cNvPr id="220" name="field-arrow-0-1--arrow">
            <a:extLst xmlns:a="http://schemas.openxmlformats.org/drawingml/2006/main">
              <a:ext uri="{FF2B5EF4-FFF2-40B4-BE49-F238E27FC236}">
                <a16:creationId xmlns:a16="http://schemas.microsoft.com/office/drawing/2014/main" id="{B914DC50-C303-4388-BBC9-94E40329337A}"/>
              </a:ext>
            </a:extLst>
          </p:cNvPr>
          <p:cNvSpPr>
            <a:spLocks xmlns:a="http://schemas.openxmlformats.org/drawingml/2006/main" noGrp="1"/>
          </p:cNvSpPr>
          <p:nvPr/>
        </p:nvSpPr>
        <p:spPr>
          <a:xfrm xmlns:a="http://schemas.openxmlformats.org/drawingml/2006/main">
            <a:off x="3595533" y="6493751"/>
            <a:ext cx="109692" cy="91509"/>
          </a:xfrm>
          <a:custGeom xmlns:a="http://schemas.openxmlformats.org/drawingml/2006/main">
            <a:pathLst>
              <a:path w="109692" h="91509">
                <a:moveTo>
                  <a:pt x="109692" y="53396"/>
                </a:moveTo>
                <a:lnTo>
                  <a:pt x="6572" y="0"/>
                </a:lnTo>
                <a:lnTo>
                  <a:pt x="0" y="91509"/>
                </a:lnTo>
                <a:close/>
              </a:path>
            </a:pathLst>
          </a:custGeom>
          <a:solidFill xmlns:a="http://schemas.openxmlformats.org/drawingml/2006/main">
            <a:srgbClr val="A8B6C9"/>
          </a:solidFill>
          <a:ln xmlns:a="http://schemas.openxmlformats.org/drawingml/2006/main" w="0">
            <a:noFill/>
            <a:prstDash val="solid"/>
          </a:ln>
        </p:spPr>
      </p:sp>
      <p:sp>
        <p:nvSpPr>
          <p:cNvPr id="221" name="field-arrow-0-2">
            <a:extLst xmlns:a="http://schemas.openxmlformats.org/drawingml/2006/main">
              <a:ext uri="{FF2B5EF4-FFF2-40B4-BE49-F238E27FC236}">
                <a16:creationId xmlns:a16="http://schemas.microsoft.com/office/drawing/2014/main" id="{5212E6EF-164D-4D06-8836-FD37C7C4CAFB}"/>
              </a:ext>
            </a:extLst>
          </p:cNvPr>
          <p:cNvSpPr>
            <a:spLocks xmlns:a="http://schemas.openxmlformats.org/drawingml/2006/main" noGrp="1"/>
          </p:cNvSpPr>
          <p:nvPr/>
        </p:nvSpPr>
        <p:spPr>
          <a:xfrm xmlns:a="http://schemas.openxmlformats.org/drawingml/2006/main">
            <a:off x="3524250" y="6991350"/>
            <a:ext cx="180975" cy="21005"/>
          </a:xfrm>
          <a:custGeom xmlns:a="http://schemas.openxmlformats.org/drawingml/2006/main">
            <a:pathLst>
              <a:path w="180975" h="21005">
                <a:moveTo>
                  <a:pt x="0" y="0"/>
                </a:moveTo>
                <a:lnTo>
                  <a:pt x="180975" y="21005"/>
                </a:lnTo>
              </a:path>
            </a:pathLst>
          </a:custGeom>
          <a:noFill xmlns:a="http://schemas.openxmlformats.org/drawingml/2006/main"/>
          <a:ln xmlns:a="http://schemas.openxmlformats.org/drawingml/2006/main" w="11430">
            <a:solidFill>
              <a:srgbClr val="A8B6C9"/>
            </a:solidFill>
            <a:prstDash val="solid"/>
          </a:ln>
        </p:spPr>
      </p:sp>
      <p:sp>
        <p:nvSpPr>
          <p:cNvPr id="222" name="field-arrow-0-2--arrow">
            <a:extLst xmlns:a="http://schemas.openxmlformats.org/drawingml/2006/main">
              <a:ext uri="{FF2B5EF4-FFF2-40B4-BE49-F238E27FC236}">
                <a16:creationId xmlns:a16="http://schemas.microsoft.com/office/drawing/2014/main" id="{4C57EFC0-0C84-4DD3-AC0C-66C0109D7E11}"/>
              </a:ext>
            </a:extLst>
          </p:cNvPr>
          <p:cNvSpPr>
            <a:spLocks xmlns:a="http://schemas.openxmlformats.org/drawingml/2006/main" noGrp="1"/>
          </p:cNvSpPr>
          <p:nvPr/>
        </p:nvSpPr>
        <p:spPr>
          <a:xfrm xmlns:a="http://schemas.openxmlformats.org/drawingml/2006/main">
            <a:off x="3593968" y="6954489"/>
            <a:ext cx="111257" cy="91133"/>
          </a:xfrm>
          <a:custGeom xmlns:a="http://schemas.openxmlformats.org/drawingml/2006/main">
            <a:pathLst>
              <a:path w="111257" h="91133">
                <a:moveTo>
                  <a:pt x="111257" y="57866"/>
                </a:moveTo>
                <a:lnTo>
                  <a:pt x="10577" y="0"/>
                </a:lnTo>
                <a:lnTo>
                  <a:pt x="0" y="91133"/>
                </a:lnTo>
                <a:close/>
              </a:path>
            </a:pathLst>
          </a:custGeom>
          <a:solidFill xmlns:a="http://schemas.openxmlformats.org/drawingml/2006/main">
            <a:srgbClr val="A8B6C9"/>
          </a:solidFill>
          <a:ln xmlns:a="http://schemas.openxmlformats.org/drawingml/2006/main" w="0">
            <a:noFill/>
            <a:prstDash val="solid"/>
          </a:ln>
        </p:spPr>
      </p:sp>
      <p:sp>
        <p:nvSpPr>
          <p:cNvPr id="223" name="field-arrow-0-3">
            <a:extLst xmlns:a="http://schemas.openxmlformats.org/drawingml/2006/main">
              <a:ext uri="{FF2B5EF4-FFF2-40B4-BE49-F238E27FC236}">
                <a16:creationId xmlns:a16="http://schemas.microsoft.com/office/drawing/2014/main" id="{20FDA719-C7A9-4916-A4E0-B605A0A3CE39}"/>
              </a:ext>
            </a:extLst>
          </p:cNvPr>
          <p:cNvSpPr>
            <a:spLocks xmlns:a="http://schemas.openxmlformats.org/drawingml/2006/main" noGrp="1"/>
          </p:cNvSpPr>
          <p:nvPr/>
        </p:nvSpPr>
        <p:spPr>
          <a:xfrm xmlns:a="http://schemas.openxmlformats.org/drawingml/2006/main">
            <a:off x="3524250" y="7448550"/>
            <a:ext cx="180975" cy="29012"/>
          </a:xfrm>
          <a:custGeom xmlns:a="http://schemas.openxmlformats.org/drawingml/2006/main">
            <a:pathLst>
              <a:path w="180975" h="29012">
                <a:moveTo>
                  <a:pt x="0" y="0"/>
                </a:moveTo>
                <a:lnTo>
                  <a:pt x="180975" y="29012"/>
                </a:lnTo>
              </a:path>
            </a:pathLst>
          </a:custGeom>
          <a:noFill xmlns:a="http://schemas.openxmlformats.org/drawingml/2006/main"/>
          <a:ln xmlns:a="http://schemas.openxmlformats.org/drawingml/2006/main" w="11430">
            <a:solidFill>
              <a:srgbClr val="A8B6C9"/>
            </a:solidFill>
            <a:prstDash val="solid"/>
          </a:ln>
        </p:spPr>
      </p:sp>
      <p:sp>
        <p:nvSpPr>
          <p:cNvPr id="224" name="field-arrow-0-3--arrow">
            <a:extLst xmlns:a="http://schemas.openxmlformats.org/drawingml/2006/main">
              <a:ext uri="{FF2B5EF4-FFF2-40B4-BE49-F238E27FC236}">
                <a16:creationId xmlns:a16="http://schemas.microsoft.com/office/drawing/2014/main" id="{2F602E3C-4732-4F48-A29A-E37E0CFE4980}"/>
              </a:ext>
            </a:extLst>
          </p:cNvPr>
          <p:cNvSpPr>
            <a:spLocks xmlns:a="http://schemas.openxmlformats.org/drawingml/2006/main" noGrp="1"/>
          </p:cNvSpPr>
          <p:nvPr/>
        </p:nvSpPr>
        <p:spPr>
          <a:xfrm xmlns:a="http://schemas.openxmlformats.org/drawingml/2006/main">
            <a:off x="3592629" y="7415382"/>
            <a:ext cx="112596" cy="90588"/>
          </a:xfrm>
          <a:custGeom xmlns:a="http://schemas.openxmlformats.org/drawingml/2006/main">
            <a:pathLst>
              <a:path w="112596" h="90588">
                <a:moveTo>
                  <a:pt x="112596" y="62180"/>
                </a:moveTo>
                <a:lnTo>
                  <a:pt x="14522" y="0"/>
                </a:lnTo>
                <a:lnTo>
                  <a:pt x="0" y="90588"/>
                </a:lnTo>
                <a:close/>
              </a:path>
            </a:pathLst>
          </a:custGeom>
          <a:solidFill xmlns:a="http://schemas.openxmlformats.org/drawingml/2006/main">
            <a:srgbClr val="A8B6C9"/>
          </a:solidFill>
          <a:ln xmlns:a="http://schemas.openxmlformats.org/drawingml/2006/main" w="0">
            <a:noFill/>
            <a:prstDash val="solid"/>
          </a:ln>
        </p:spPr>
      </p:sp>
      <p:sp>
        <p:nvSpPr>
          <p:cNvPr id="225" name="field-arrow-1-0">
            <a:extLst xmlns:a="http://schemas.openxmlformats.org/drawingml/2006/main">
              <a:ext uri="{FF2B5EF4-FFF2-40B4-BE49-F238E27FC236}">
                <a16:creationId xmlns:a16="http://schemas.microsoft.com/office/drawing/2014/main" id="{6E4591E5-B0DD-4FA1-B650-F31B150F9827}"/>
              </a:ext>
            </a:extLst>
          </p:cNvPr>
          <p:cNvSpPr>
            <a:spLocks xmlns:a="http://schemas.openxmlformats.org/drawingml/2006/main" noGrp="1"/>
          </p:cNvSpPr>
          <p:nvPr/>
        </p:nvSpPr>
        <p:spPr>
          <a:xfrm xmlns:a="http://schemas.openxmlformats.org/drawingml/2006/main">
            <a:off x="4105275" y="6076950"/>
            <a:ext cx="180975" cy="1492"/>
          </a:xfrm>
          <a:custGeom xmlns:a="http://schemas.openxmlformats.org/drawingml/2006/main">
            <a:pathLst>
              <a:path w="180975" h="1492">
                <a:moveTo>
                  <a:pt x="0" y="0"/>
                </a:moveTo>
                <a:lnTo>
                  <a:pt x="180975" y="1492"/>
                </a:lnTo>
              </a:path>
            </a:pathLst>
          </a:custGeom>
          <a:noFill xmlns:a="http://schemas.openxmlformats.org/drawingml/2006/main"/>
          <a:ln xmlns:a="http://schemas.openxmlformats.org/drawingml/2006/main" w="11430">
            <a:solidFill>
              <a:srgbClr val="A8B6C9"/>
            </a:solidFill>
            <a:prstDash val="solid"/>
          </a:ln>
        </p:spPr>
      </p:sp>
      <p:sp>
        <p:nvSpPr>
          <p:cNvPr id="226" name="field-arrow-1-0--arrow">
            <a:extLst xmlns:a="http://schemas.openxmlformats.org/drawingml/2006/main">
              <a:ext uri="{FF2B5EF4-FFF2-40B4-BE49-F238E27FC236}">
                <a16:creationId xmlns:a16="http://schemas.microsoft.com/office/drawing/2014/main" id="{E928D626-C955-4C07-BB4B-E538DEBBDBA8}"/>
              </a:ext>
            </a:extLst>
          </p:cNvPr>
          <p:cNvSpPr>
            <a:spLocks xmlns:a="http://schemas.openxmlformats.org/drawingml/2006/main" noGrp="1"/>
          </p:cNvSpPr>
          <p:nvPr/>
        </p:nvSpPr>
        <p:spPr>
          <a:xfrm xmlns:a="http://schemas.openxmlformats.org/drawingml/2006/main">
            <a:off x="4179195" y="6031692"/>
            <a:ext cx="107055" cy="91742"/>
          </a:xfrm>
          <a:custGeom xmlns:a="http://schemas.openxmlformats.org/drawingml/2006/main">
            <a:pathLst>
              <a:path w="107055" h="91742">
                <a:moveTo>
                  <a:pt x="107055" y="46751"/>
                </a:moveTo>
                <a:lnTo>
                  <a:pt x="757" y="0"/>
                </a:lnTo>
                <a:lnTo>
                  <a:pt x="0" y="91742"/>
                </a:lnTo>
                <a:close/>
              </a:path>
            </a:pathLst>
          </a:custGeom>
          <a:solidFill xmlns:a="http://schemas.openxmlformats.org/drawingml/2006/main">
            <a:srgbClr val="A8B6C9"/>
          </a:solidFill>
          <a:ln xmlns:a="http://schemas.openxmlformats.org/drawingml/2006/main" w="0">
            <a:noFill/>
            <a:prstDash val="solid"/>
          </a:ln>
        </p:spPr>
      </p:sp>
      <p:sp>
        <p:nvSpPr>
          <p:cNvPr id="227" name="field-arrow-1-1">
            <a:extLst xmlns:a="http://schemas.openxmlformats.org/drawingml/2006/main">
              <a:ext uri="{FF2B5EF4-FFF2-40B4-BE49-F238E27FC236}">
                <a16:creationId xmlns:a16="http://schemas.microsoft.com/office/drawing/2014/main" id="{57B98EC8-5507-4FE9-B9C9-CCE3F6625F6B}"/>
              </a:ext>
            </a:extLst>
          </p:cNvPr>
          <p:cNvSpPr>
            <a:spLocks xmlns:a="http://schemas.openxmlformats.org/drawingml/2006/main" noGrp="1"/>
          </p:cNvSpPr>
          <p:nvPr/>
        </p:nvSpPr>
        <p:spPr>
          <a:xfrm xmlns:a="http://schemas.openxmlformats.org/drawingml/2006/main">
            <a:off x="4105275" y="6534150"/>
            <a:ext cx="180975" cy="8991"/>
          </a:xfrm>
          <a:custGeom xmlns:a="http://schemas.openxmlformats.org/drawingml/2006/main">
            <a:pathLst>
              <a:path w="180975" h="8991">
                <a:moveTo>
                  <a:pt x="0" y="0"/>
                </a:moveTo>
                <a:lnTo>
                  <a:pt x="180975" y="8991"/>
                </a:lnTo>
              </a:path>
            </a:pathLst>
          </a:custGeom>
          <a:noFill xmlns:a="http://schemas.openxmlformats.org/drawingml/2006/main"/>
          <a:ln xmlns:a="http://schemas.openxmlformats.org/drawingml/2006/main" w="11430">
            <a:solidFill>
              <a:srgbClr val="A8B6C9"/>
            </a:solidFill>
            <a:prstDash val="solid"/>
          </a:ln>
        </p:spPr>
      </p:sp>
      <p:sp>
        <p:nvSpPr>
          <p:cNvPr id="228" name="field-arrow-1-1--arrow">
            <a:extLst xmlns:a="http://schemas.openxmlformats.org/drawingml/2006/main">
              <a:ext uri="{FF2B5EF4-FFF2-40B4-BE49-F238E27FC236}">
                <a16:creationId xmlns:a16="http://schemas.microsoft.com/office/drawing/2014/main" id="{8CEE57F1-46F3-4C3D-8845-15D650855014}"/>
              </a:ext>
            </a:extLst>
          </p:cNvPr>
          <p:cNvSpPr>
            <a:spLocks xmlns:a="http://schemas.openxmlformats.org/drawingml/2006/main" noGrp="1"/>
          </p:cNvSpPr>
          <p:nvPr/>
        </p:nvSpPr>
        <p:spPr>
          <a:xfrm xmlns:a="http://schemas.openxmlformats.org/drawingml/2006/main">
            <a:off x="4177425" y="6492032"/>
            <a:ext cx="108825" cy="91632"/>
          </a:xfrm>
          <a:custGeom xmlns:a="http://schemas.openxmlformats.org/drawingml/2006/main">
            <a:pathLst>
              <a:path w="108825" h="91632">
                <a:moveTo>
                  <a:pt x="108825" y="51110"/>
                </a:moveTo>
                <a:lnTo>
                  <a:pt x="4553" y="0"/>
                </a:lnTo>
                <a:lnTo>
                  <a:pt x="0" y="91632"/>
                </a:lnTo>
                <a:close/>
              </a:path>
            </a:pathLst>
          </a:custGeom>
          <a:solidFill xmlns:a="http://schemas.openxmlformats.org/drawingml/2006/main">
            <a:srgbClr val="A8B6C9"/>
          </a:solidFill>
          <a:ln xmlns:a="http://schemas.openxmlformats.org/drawingml/2006/main" w="0">
            <a:noFill/>
            <a:prstDash val="solid"/>
          </a:ln>
        </p:spPr>
      </p:sp>
      <p:sp>
        <p:nvSpPr>
          <p:cNvPr id="229" name="field-arrow-1-2">
            <a:extLst xmlns:a="http://schemas.openxmlformats.org/drawingml/2006/main">
              <a:ext uri="{FF2B5EF4-FFF2-40B4-BE49-F238E27FC236}">
                <a16:creationId xmlns:a16="http://schemas.microsoft.com/office/drawing/2014/main" id="{2BB2E57D-A8E4-43B8-831C-4B2B13576498}"/>
              </a:ext>
            </a:extLst>
          </p:cNvPr>
          <p:cNvSpPr>
            <a:spLocks xmlns:a="http://schemas.openxmlformats.org/drawingml/2006/main" noGrp="1"/>
          </p:cNvSpPr>
          <p:nvPr/>
        </p:nvSpPr>
        <p:spPr>
          <a:xfrm xmlns:a="http://schemas.openxmlformats.org/drawingml/2006/main">
            <a:off x="4105275" y="6991350"/>
            <a:ext cx="180975" cy="16491"/>
          </a:xfrm>
          <a:custGeom xmlns:a="http://schemas.openxmlformats.org/drawingml/2006/main">
            <a:pathLst>
              <a:path w="180975" h="16491">
                <a:moveTo>
                  <a:pt x="0" y="0"/>
                </a:moveTo>
                <a:lnTo>
                  <a:pt x="180975" y="16491"/>
                </a:lnTo>
              </a:path>
            </a:pathLst>
          </a:custGeom>
          <a:noFill xmlns:a="http://schemas.openxmlformats.org/drawingml/2006/main"/>
          <a:ln xmlns:a="http://schemas.openxmlformats.org/drawingml/2006/main" w="11430">
            <a:solidFill>
              <a:srgbClr val="A8B6C9"/>
            </a:solidFill>
            <a:prstDash val="solid"/>
          </a:ln>
        </p:spPr>
      </p:sp>
      <p:sp>
        <p:nvSpPr>
          <p:cNvPr id="230" name="field-arrow-1-2--arrow">
            <a:extLst xmlns:a="http://schemas.openxmlformats.org/drawingml/2006/main">
              <a:ext uri="{FF2B5EF4-FFF2-40B4-BE49-F238E27FC236}">
                <a16:creationId xmlns:a16="http://schemas.microsoft.com/office/drawing/2014/main" id="{4CA211C1-3BAF-4BDB-AB7C-314EF5B6C742}"/>
              </a:ext>
            </a:extLst>
          </p:cNvPr>
          <p:cNvSpPr>
            <a:spLocks xmlns:a="http://schemas.openxmlformats.org/drawingml/2006/main" noGrp="1"/>
          </p:cNvSpPr>
          <p:nvPr/>
        </p:nvSpPr>
        <p:spPr>
          <a:xfrm xmlns:a="http://schemas.openxmlformats.org/drawingml/2006/main">
            <a:off x="4175847" y="6952477"/>
            <a:ext cx="110403" cy="91366"/>
          </a:xfrm>
          <a:custGeom xmlns:a="http://schemas.openxmlformats.org/drawingml/2006/main">
            <a:pathLst>
              <a:path w="110403" h="91366">
                <a:moveTo>
                  <a:pt x="110403" y="55364"/>
                </a:moveTo>
                <a:lnTo>
                  <a:pt x="8325" y="0"/>
                </a:lnTo>
                <a:lnTo>
                  <a:pt x="0" y="91366"/>
                </a:lnTo>
                <a:close/>
              </a:path>
            </a:pathLst>
          </a:custGeom>
          <a:solidFill xmlns:a="http://schemas.openxmlformats.org/drawingml/2006/main">
            <a:srgbClr val="A8B6C9"/>
          </a:solidFill>
          <a:ln xmlns:a="http://schemas.openxmlformats.org/drawingml/2006/main" w="0">
            <a:noFill/>
            <a:prstDash val="solid"/>
          </a:ln>
        </p:spPr>
      </p:sp>
      <p:sp>
        <p:nvSpPr>
          <p:cNvPr id="231" name="field-arrow-1-3">
            <a:extLst xmlns:a="http://schemas.openxmlformats.org/drawingml/2006/main">
              <a:ext uri="{FF2B5EF4-FFF2-40B4-BE49-F238E27FC236}">
                <a16:creationId xmlns:a16="http://schemas.microsoft.com/office/drawing/2014/main" id="{B6BFC86F-1D36-46F5-A14D-DF0823DD9E24}"/>
              </a:ext>
            </a:extLst>
          </p:cNvPr>
          <p:cNvSpPr>
            <a:spLocks xmlns:a="http://schemas.openxmlformats.org/drawingml/2006/main" noGrp="1"/>
          </p:cNvSpPr>
          <p:nvPr/>
        </p:nvSpPr>
        <p:spPr>
          <a:xfrm xmlns:a="http://schemas.openxmlformats.org/drawingml/2006/main">
            <a:off x="4105275" y="7448550"/>
            <a:ext cx="180975" cy="23990"/>
          </a:xfrm>
          <a:custGeom xmlns:a="http://schemas.openxmlformats.org/drawingml/2006/main">
            <a:pathLst>
              <a:path w="180975" h="23990">
                <a:moveTo>
                  <a:pt x="0" y="0"/>
                </a:moveTo>
                <a:lnTo>
                  <a:pt x="180975" y="23990"/>
                </a:lnTo>
              </a:path>
            </a:pathLst>
          </a:custGeom>
          <a:noFill xmlns:a="http://schemas.openxmlformats.org/drawingml/2006/main"/>
          <a:ln xmlns:a="http://schemas.openxmlformats.org/drawingml/2006/main" w="11430">
            <a:solidFill>
              <a:srgbClr val="A8B6C9"/>
            </a:solidFill>
            <a:prstDash val="solid"/>
          </a:ln>
        </p:spPr>
      </p:sp>
      <p:sp>
        <p:nvSpPr>
          <p:cNvPr id="232" name="field-arrow-1-3--arrow">
            <a:extLst xmlns:a="http://schemas.openxmlformats.org/drawingml/2006/main">
              <a:ext uri="{FF2B5EF4-FFF2-40B4-BE49-F238E27FC236}">
                <a16:creationId xmlns:a16="http://schemas.microsoft.com/office/drawing/2014/main" id="{1313629A-07DE-4130-BFC4-CB31193E3CE1}"/>
              </a:ext>
            </a:extLst>
          </p:cNvPr>
          <p:cNvSpPr>
            <a:spLocks xmlns:a="http://schemas.openxmlformats.org/drawingml/2006/main" noGrp="1"/>
          </p:cNvSpPr>
          <p:nvPr/>
        </p:nvSpPr>
        <p:spPr>
          <a:xfrm xmlns:a="http://schemas.openxmlformats.org/drawingml/2006/main">
            <a:off x="4174467" y="7413046"/>
            <a:ext cx="111783" cy="90949"/>
          </a:xfrm>
          <a:custGeom xmlns:a="http://schemas.openxmlformats.org/drawingml/2006/main">
            <a:pathLst>
              <a:path w="111783" h="90949">
                <a:moveTo>
                  <a:pt x="111783" y="59493"/>
                </a:moveTo>
                <a:lnTo>
                  <a:pt x="12056" y="0"/>
                </a:lnTo>
                <a:lnTo>
                  <a:pt x="0" y="90949"/>
                </a:lnTo>
                <a:close/>
              </a:path>
            </a:pathLst>
          </a:custGeom>
          <a:solidFill xmlns:a="http://schemas.openxmlformats.org/drawingml/2006/main">
            <a:srgbClr val="A8B6C9"/>
          </a:solidFill>
          <a:ln xmlns:a="http://schemas.openxmlformats.org/drawingml/2006/main" w="0">
            <a:noFill/>
            <a:prstDash val="solid"/>
          </a:ln>
        </p:spPr>
      </p:sp>
      <p:sp>
        <p:nvSpPr>
          <p:cNvPr id="233" name="field-arrow-2-0">
            <a:extLst xmlns:a="http://schemas.openxmlformats.org/drawingml/2006/main">
              <a:ext uri="{FF2B5EF4-FFF2-40B4-BE49-F238E27FC236}">
                <a16:creationId xmlns:a16="http://schemas.microsoft.com/office/drawing/2014/main" id="{0ED3E358-EE37-4F85-B15D-FC40B34DB390}"/>
              </a:ext>
            </a:extLst>
          </p:cNvPr>
          <p:cNvSpPr>
            <a:spLocks xmlns:a="http://schemas.openxmlformats.org/drawingml/2006/main" noGrp="1"/>
          </p:cNvSpPr>
          <p:nvPr/>
        </p:nvSpPr>
        <p:spPr>
          <a:xfrm xmlns:a="http://schemas.openxmlformats.org/drawingml/2006/main">
            <a:off x="4686300" y="6072571"/>
            <a:ext cx="180975" cy="4379"/>
          </a:xfrm>
          <a:custGeom xmlns:a="http://schemas.openxmlformats.org/drawingml/2006/main">
            <a:pathLst>
              <a:path w="180975" h="4379">
                <a:moveTo>
                  <a:pt x="0" y="4379"/>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34" name="field-arrow-2-0--arrow">
            <a:extLst xmlns:a="http://schemas.openxmlformats.org/drawingml/2006/main">
              <a:ext uri="{FF2B5EF4-FFF2-40B4-BE49-F238E27FC236}">
                <a16:creationId xmlns:a16="http://schemas.microsoft.com/office/drawing/2014/main" id="{7557BD00-F16A-48E5-B923-C6F3BE915E7F}"/>
              </a:ext>
            </a:extLst>
          </p:cNvPr>
          <p:cNvSpPr>
            <a:spLocks xmlns:a="http://schemas.openxmlformats.org/drawingml/2006/main" noGrp="1"/>
          </p:cNvSpPr>
          <p:nvPr/>
        </p:nvSpPr>
        <p:spPr>
          <a:xfrm xmlns:a="http://schemas.openxmlformats.org/drawingml/2006/main">
            <a:off x="4759517" y="6029293"/>
            <a:ext cx="107758" cy="91718"/>
          </a:xfrm>
          <a:custGeom xmlns:a="http://schemas.openxmlformats.org/drawingml/2006/main">
            <a:pathLst>
              <a:path w="107758" h="91718">
                <a:moveTo>
                  <a:pt x="107758" y="43278"/>
                </a:moveTo>
                <a:lnTo>
                  <a:pt x="0" y="0"/>
                </a:lnTo>
                <a:lnTo>
                  <a:pt x="2219" y="91718"/>
                </a:lnTo>
                <a:close/>
              </a:path>
            </a:pathLst>
          </a:custGeom>
          <a:solidFill xmlns:a="http://schemas.openxmlformats.org/drawingml/2006/main">
            <a:srgbClr val="A8B6C9"/>
          </a:solidFill>
          <a:ln xmlns:a="http://schemas.openxmlformats.org/drawingml/2006/main" w="0">
            <a:noFill/>
            <a:prstDash val="solid"/>
          </a:ln>
        </p:spPr>
      </p:sp>
      <p:sp>
        <p:nvSpPr>
          <p:cNvPr id="235" name="field-arrow-2-1">
            <a:extLst xmlns:a="http://schemas.openxmlformats.org/drawingml/2006/main">
              <a:ext uri="{FF2B5EF4-FFF2-40B4-BE49-F238E27FC236}">
                <a16:creationId xmlns:a16="http://schemas.microsoft.com/office/drawing/2014/main" id="{D506DEEC-2F7B-42B2-9ED0-92F0BCF8343E}"/>
              </a:ext>
            </a:extLst>
          </p:cNvPr>
          <p:cNvSpPr>
            <a:spLocks xmlns:a="http://schemas.openxmlformats.org/drawingml/2006/main" noGrp="1"/>
          </p:cNvSpPr>
          <p:nvPr/>
        </p:nvSpPr>
        <p:spPr>
          <a:xfrm xmlns:a="http://schemas.openxmlformats.org/drawingml/2006/main">
            <a:off x="4686300" y="6534150"/>
            <a:ext cx="180975" cy="2154"/>
          </a:xfrm>
          <a:custGeom xmlns:a="http://schemas.openxmlformats.org/drawingml/2006/main">
            <a:pathLst>
              <a:path w="180975" h="2154">
                <a:moveTo>
                  <a:pt x="0" y="0"/>
                </a:moveTo>
                <a:lnTo>
                  <a:pt x="180975" y="2154"/>
                </a:lnTo>
              </a:path>
            </a:pathLst>
          </a:custGeom>
          <a:noFill xmlns:a="http://schemas.openxmlformats.org/drawingml/2006/main"/>
          <a:ln xmlns:a="http://schemas.openxmlformats.org/drawingml/2006/main" w="11430">
            <a:solidFill>
              <a:srgbClr val="A8B6C9"/>
            </a:solidFill>
            <a:prstDash val="solid"/>
          </a:ln>
        </p:spPr>
      </p:sp>
      <p:sp>
        <p:nvSpPr>
          <p:cNvPr id="236" name="field-arrow-2-1--arrow">
            <a:extLst xmlns:a="http://schemas.openxmlformats.org/drawingml/2006/main">
              <a:ext uri="{FF2B5EF4-FFF2-40B4-BE49-F238E27FC236}">
                <a16:creationId xmlns:a16="http://schemas.microsoft.com/office/drawing/2014/main" id="{D2D68C10-CBEA-4C24-906D-E38AE620493E}"/>
              </a:ext>
            </a:extLst>
          </p:cNvPr>
          <p:cNvSpPr>
            <a:spLocks xmlns:a="http://schemas.openxmlformats.org/drawingml/2006/main" noGrp="1"/>
          </p:cNvSpPr>
          <p:nvPr/>
        </p:nvSpPr>
        <p:spPr>
          <a:xfrm xmlns:a="http://schemas.openxmlformats.org/drawingml/2006/main">
            <a:off x="4760057" y="6489165"/>
            <a:ext cx="107218" cy="91738"/>
          </a:xfrm>
          <a:custGeom xmlns:a="http://schemas.openxmlformats.org/drawingml/2006/main">
            <a:pathLst>
              <a:path w="107218" h="91738">
                <a:moveTo>
                  <a:pt x="107218" y="47139"/>
                </a:moveTo>
                <a:lnTo>
                  <a:pt x="1092" y="0"/>
                </a:lnTo>
                <a:lnTo>
                  <a:pt x="0" y="91738"/>
                </a:lnTo>
                <a:close/>
              </a:path>
            </a:pathLst>
          </a:custGeom>
          <a:solidFill xmlns:a="http://schemas.openxmlformats.org/drawingml/2006/main">
            <a:srgbClr val="A8B6C9"/>
          </a:solidFill>
          <a:ln xmlns:a="http://schemas.openxmlformats.org/drawingml/2006/main" w="0">
            <a:noFill/>
            <a:prstDash val="solid"/>
          </a:ln>
        </p:spPr>
      </p:sp>
      <p:sp>
        <p:nvSpPr>
          <p:cNvPr id="237" name="field-arrow-2-2">
            <a:extLst xmlns:a="http://schemas.openxmlformats.org/drawingml/2006/main">
              <a:ext uri="{FF2B5EF4-FFF2-40B4-BE49-F238E27FC236}">
                <a16:creationId xmlns:a16="http://schemas.microsoft.com/office/drawing/2014/main" id="{EDFF4A94-4961-4A37-9789-D4A437C9E5CC}"/>
              </a:ext>
            </a:extLst>
          </p:cNvPr>
          <p:cNvSpPr>
            <a:spLocks xmlns:a="http://schemas.openxmlformats.org/drawingml/2006/main" noGrp="1"/>
          </p:cNvSpPr>
          <p:nvPr/>
        </p:nvSpPr>
        <p:spPr>
          <a:xfrm xmlns:a="http://schemas.openxmlformats.org/drawingml/2006/main">
            <a:off x="4686300" y="6991350"/>
            <a:ext cx="180975" cy="8687"/>
          </a:xfrm>
          <a:custGeom xmlns:a="http://schemas.openxmlformats.org/drawingml/2006/main">
            <a:pathLst>
              <a:path w="180975" h="8687">
                <a:moveTo>
                  <a:pt x="0" y="0"/>
                </a:moveTo>
                <a:lnTo>
                  <a:pt x="180975" y="8687"/>
                </a:lnTo>
              </a:path>
            </a:pathLst>
          </a:custGeom>
          <a:noFill xmlns:a="http://schemas.openxmlformats.org/drawingml/2006/main"/>
          <a:ln xmlns:a="http://schemas.openxmlformats.org/drawingml/2006/main" w="11430">
            <a:solidFill>
              <a:srgbClr val="A8B6C9"/>
            </a:solidFill>
            <a:prstDash val="solid"/>
          </a:ln>
        </p:spPr>
      </p:sp>
      <p:sp>
        <p:nvSpPr>
          <p:cNvPr id="238" name="field-arrow-2-2--arrow">
            <a:extLst xmlns:a="http://schemas.openxmlformats.org/drawingml/2006/main">
              <a:ext uri="{FF2B5EF4-FFF2-40B4-BE49-F238E27FC236}">
                <a16:creationId xmlns:a16="http://schemas.microsoft.com/office/drawing/2014/main" id="{D482A9DB-09B4-4D9E-9FCD-D5A49D82717A}"/>
              </a:ext>
            </a:extLst>
          </p:cNvPr>
          <p:cNvSpPr>
            <a:spLocks xmlns:a="http://schemas.openxmlformats.org/drawingml/2006/main" noGrp="1"/>
          </p:cNvSpPr>
          <p:nvPr/>
        </p:nvSpPr>
        <p:spPr>
          <a:xfrm xmlns:a="http://schemas.openxmlformats.org/drawingml/2006/main">
            <a:off x="4758518" y="6949103"/>
            <a:ext cx="108757" cy="91639"/>
          </a:xfrm>
          <a:custGeom xmlns:a="http://schemas.openxmlformats.org/drawingml/2006/main">
            <a:pathLst>
              <a:path w="108757" h="91639">
                <a:moveTo>
                  <a:pt x="108757" y="50935"/>
                </a:moveTo>
                <a:lnTo>
                  <a:pt x="4399" y="0"/>
                </a:lnTo>
                <a:lnTo>
                  <a:pt x="0" y="91639"/>
                </a:lnTo>
                <a:close/>
              </a:path>
            </a:pathLst>
          </a:custGeom>
          <a:solidFill xmlns:a="http://schemas.openxmlformats.org/drawingml/2006/main">
            <a:srgbClr val="A8B6C9"/>
          </a:solidFill>
          <a:ln xmlns:a="http://schemas.openxmlformats.org/drawingml/2006/main" w="0">
            <a:noFill/>
            <a:prstDash val="solid"/>
          </a:ln>
        </p:spPr>
      </p:sp>
      <p:sp>
        <p:nvSpPr>
          <p:cNvPr id="239" name="field-arrow-2-3">
            <a:extLst xmlns:a="http://schemas.openxmlformats.org/drawingml/2006/main">
              <a:ext uri="{FF2B5EF4-FFF2-40B4-BE49-F238E27FC236}">
                <a16:creationId xmlns:a16="http://schemas.microsoft.com/office/drawing/2014/main" id="{6D74C512-B1DB-428D-8F6D-AD32174FC22C}"/>
              </a:ext>
            </a:extLst>
          </p:cNvPr>
          <p:cNvSpPr>
            <a:spLocks xmlns:a="http://schemas.openxmlformats.org/drawingml/2006/main" noGrp="1"/>
          </p:cNvSpPr>
          <p:nvPr/>
        </p:nvSpPr>
        <p:spPr>
          <a:xfrm xmlns:a="http://schemas.openxmlformats.org/drawingml/2006/main">
            <a:off x="4686300" y="7448550"/>
            <a:ext cx="180975" cy="15220"/>
          </a:xfrm>
          <a:custGeom xmlns:a="http://schemas.openxmlformats.org/drawingml/2006/main">
            <a:pathLst>
              <a:path w="180975" h="15220">
                <a:moveTo>
                  <a:pt x="0" y="0"/>
                </a:moveTo>
                <a:lnTo>
                  <a:pt x="180975" y="15220"/>
                </a:lnTo>
              </a:path>
            </a:pathLst>
          </a:custGeom>
          <a:noFill xmlns:a="http://schemas.openxmlformats.org/drawingml/2006/main"/>
          <a:ln xmlns:a="http://schemas.openxmlformats.org/drawingml/2006/main" w="11430">
            <a:solidFill>
              <a:srgbClr val="A8B6C9"/>
            </a:solidFill>
            <a:prstDash val="solid"/>
          </a:ln>
        </p:spPr>
      </p:sp>
      <p:sp>
        <p:nvSpPr>
          <p:cNvPr id="240" name="field-arrow-2-3--arrow">
            <a:extLst xmlns:a="http://schemas.openxmlformats.org/drawingml/2006/main">
              <a:ext uri="{FF2B5EF4-FFF2-40B4-BE49-F238E27FC236}">
                <a16:creationId xmlns:a16="http://schemas.microsoft.com/office/drawing/2014/main" id="{94A039E9-515A-4316-98AF-8CB16F5EBE9B}"/>
              </a:ext>
            </a:extLst>
          </p:cNvPr>
          <p:cNvSpPr>
            <a:spLocks xmlns:a="http://schemas.openxmlformats.org/drawingml/2006/main" noGrp="1"/>
          </p:cNvSpPr>
          <p:nvPr/>
        </p:nvSpPr>
        <p:spPr>
          <a:xfrm xmlns:a="http://schemas.openxmlformats.org/drawingml/2006/main">
            <a:off x="4757126" y="7409119"/>
            <a:ext cx="110149" cy="91422"/>
          </a:xfrm>
          <a:custGeom xmlns:a="http://schemas.openxmlformats.org/drawingml/2006/main">
            <a:pathLst>
              <a:path w="110149" h="91422">
                <a:moveTo>
                  <a:pt x="110149" y="54651"/>
                </a:moveTo>
                <a:lnTo>
                  <a:pt x="7689" y="0"/>
                </a:lnTo>
                <a:lnTo>
                  <a:pt x="0" y="91422"/>
                </a:lnTo>
                <a:close/>
              </a:path>
            </a:pathLst>
          </a:custGeom>
          <a:solidFill xmlns:a="http://schemas.openxmlformats.org/drawingml/2006/main">
            <a:srgbClr val="A8B6C9"/>
          </a:solidFill>
          <a:ln xmlns:a="http://schemas.openxmlformats.org/drawingml/2006/main" w="0">
            <a:noFill/>
            <a:prstDash val="solid"/>
          </a:ln>
        </p:spPr>
      </p:sp>
      <p:sp>
        <p:nvSpPr>
          <p:cNvPr id="241" name="field-arrow-3-0">
            <a:extLst xmlns:a="http://schemas.openxmlformats.org/drawingml/2006/main">
              <a:ext uri="{FF2B5EF4-FFF2-40B4-BE49-F238E27FC236}">
                <a16:creationId xmlns:a16="http://schemas.microsoft.com/office/drawing/2014/main" id="{4DF6A32A-9B1C-4276-8614-1F82E0B32B62}"/>
              </a:ext>
            </a:extLst>
          </p:cNvPr>
          <p:cNvSpPr>
            <a:spLocks xmlns:a="http://schemas.openxmlformats.org/drawingml/2006/main" noGrp="1"/>
          </p:cNvSpPr>
          <p:nvPr/>
        </p:nvSpPr>
        <p:spPr>
          <a:xfrm xmlns:a="http://schemas.openxmlformats.org/drawingml/2006/main">
            <a:off x="5267325" y="6065995"/>
            <a:ext cx="180975" cy="10955"/>
          </a:xfrm>
          <a:custGeom xmlns:a="http://schemas.openxmlformats.org/drawingml/2006/main">
            <a:pathLst>
              <a:path w="180975" h="10955">
                <a:moveTo>
                  <a:pt x="0" y="10955"/>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42" name="field-arrow-3-0--arrow">
            <a:extLst xmlns:a="http://schemas.openxmlformats.org/drawingml/2006/main">
              <a:ext uri="{FF2B5EF4-FFF2-40B4-BE49-F238E27FC236}">
                <a16:creationId xmlns:a16="http://schemas.microsoft.com/office/drawing/2014/main" id="{0F858E40-377F-4CFA-B61E-5A0B0D4FB746}"/>
              </a:ext>
            </a:extLst>
          </p:cNvPr>
          <p:cNvSpPr>
            <a:spLocks xmlns:a="http://schemas.openxmlformats.org/drawingml/2006/main" noGrp="1"/>
          </p:cNvSpPr>
          <p:nvPr/>
        </p:nvSpPr>
        <p:spPr>
          <a:xfrm xmlns:a="http://schemas.openxmlformats.org/drawingml/2006/main">
            <a:off x="5339043" y="6026652"/>
            <a:ext cx="109257" cy="91577"/>
          </a:xfrm>
          <a:custGeom xmlns:a="http://schemas.openxmlformats.org/drawingml/2006/main">
            <a:pathLst>
              <a:path w="109257" h="91577">
                <a:moveTo>
                  <a:pt x="109257" y="39343"/>
                </a:moveTo>
                <a:lnTo>
                  <a:pt x="0" y="0"/>
                </a:lnTo>
                <a:lnTo>
                  <a:pt x="5544" y="91577"/>
                </a:lnTo>
                <a:close/>
              </a:path>
            </a:pathLst>
          </a:custGeom>
          <a:solidFill xmlns:a="http://schemas.openxmlformats.org/drawingml/2006/main">
            <a:srgbClr val="A8B6C9"/>
          </a:solidFill>
          <a:ln xmlns:a="http://schemas.openxmlformats.org/drawingml/2006/main" w="0">
            <a:noFill/>
            <a:prstDash val="solid"/>
          </a:ln>
        </p:spPr>
      </p:sp>
      <p:sp>
        <p:nvSpPr>
          <p:cNvPr id="243" name="field-arrow-3-1">
            <a:extLst xmlns:a="http://schemas.openxmlformats.org/drawingml/2006/main">
              <a:ext uri="{FF2B5EF4-FFF2-40B4-BE49-F238E27FC236}">
                <a16:creationId xmlns:a16="http://schemas.microsoft.com/office/drawing/2014/main" id="{E92F212A-2BF4-4A96-A069-A67E97653D43}"/>
              </a:ext>
            </a:extLst>
          </p:cNvPr>
          <p:cNvSpPr>
            <a:spLocks xmlns:a="http://schemas.openxmlformats.org/drawingml/2006/main" noGrp="1"/>
          </p:cNvSpPr>
          <p:nvPr/>
        </p:nvSpPr>
        <p:spPr>
          <a:xfrm xmlns:a="http://schemas.openxmlformats.org/drawingml/2006/main">
            <a:off x="5267325" y="6528364"/>
            <a:ext cx="180975" cy="5786"/>
          </a:xfrm>
          <a:custGeom xmlns:a="http://schemas.openxmlformats.org/drawingml/2006/main">
            <a:pathLst>
              <a:path w="180975" h="5786">
                <a:moveTo>
                  <a:pt x="0" y="5786"/>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44" name="field-arrow-3-1--arrow">
            <a:extLst xmlns:a="http://schemas.openxmlformats.org/drawingml/2006/main">
              <a:ext uri="{FF2B5EF4-FFF2-40B4-BE49-F238E27FC236}">
                <a16:creationId xmlns:a16="http://schemas.microsoft.com/office/drawing/2014/main" id="{168AD8BF-5FC2-422F-B78B-7DFB0EE15C17}"/>
              </a:ext>
            </a:extLst>
          </p:cNvPr>
          <p:cNvSpPr>
            <a:spLocks xmlns:a="http://schemas.openxmlformats.org/drawingml/2006/main" noGrp="1"/>
          </p:cNvSpPr>
          <p:nvPr/>
        </p:nvSpPr>
        <p:spPr>
          <a:xfrm xmlns:a="http://schemas.openxmlformats.org/drawingml/2006/main">
            <a:off x="5340209" y="6485924"/>
            <a:ext cx="108091" cy="91698"/>
          </a:xfrm>
          <a:custGeom xmlns:a="http://schemas.openxmlformats.org/drawingml/2006/main">
            <a:pathLst>
              <a:path w="108091" h="91698">
                <a:moveTo>
                  <a:pt x="108091" y="42440"/>
                </a:moveTo>
                <a:lnTo>
                  <a:pt x="0" y="0"/>
                </a:lnTo>
                <a:lnTo>
                  <a:pt x="2932" y="91698"/>
                </a:lnTo>
                <a:close/>
              </a:path>
            </a:pathLst>
          </a:custGeom>
          <a:solidFill xmlns:a="http://schemas.openxmlformats.org/drawingml/2006/main">
            <a:srgbClr val="A8B6C9"/>
          </a:solidFill>
          <a:ln xmlns:a="http://schemas.openxmlformats.org/drawingml/2006/main" w="0">
            <a:noFill/>
            <a:prstDash val="solid"/>
          </a:ln>
        </p:spPr>
      </p:sp>
      <p:sp>
        <p:nvSpPr>
          <p:cNvPr id="245" name="field-arrow-3-2">
            <a:extLst xmlns:a="http://schemas.openxmlformats.org/drawingml/2006/main">
              <a:ext uri="{FF2B5EF4-FFF2-40B4-BE49-F238E27FC236}">
                <a16:creationId xmlns:a16="http://schemas.microsoft.com/office/drawing/2014/main" id="{D93594DF-DD39-49BC-95B6-61DF568D50D5}"/>
              </a:ext>
            </a:extLst>
          </p:cNvPr>
          <p:cNvSpPr>
            <a:spLocks xmlns:a="http://schemas.openxmlformats.org/drawingml/2006/main" noGrp="1"/>
          </p:cNvSpPr>
          <p:nvPr/>
        </p:nvSpPr>
        <p:spPr>
          <a:xfrm xmlns:a="http://schemas.openxmlformats.org/drawingml/2006/main">
            <a:off x="5267325" y="6990732"/>
            <a:ext cx="180975" cy="618"/>
          </a:xfrm>
          <a:custGeom xmlns:a="http://schemas.openxmlformats.org/drawingml/2006/main">
            <a:pathLst>
              <a:path w="180975" h="618">
                <a:moveTo>
                  <a:pt x="0" y="618"/>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46" name="field-arrow-3-2--arrow">
            <a:extLst xmlns:a="http://schemas.openxmlformats.org/drawingml/2006/main">
              <a:ext uri="{FF2B5EF4-FFF2-40B4-BE49-F238E27FC236}">
                <a16:creationId xmlns:a16="http://schemas.microsoft.com/office/drawing/2014/main" id="{370641EF-D77D-4C89-854F-52498FA7B46F}"/>
              </a:ext>
            </a:extLst>
          </p:cNvPr>
          <p:cNvSpPr>
            <a:spLocks xmlns:a="http://schemas.openxmlformats.org/drawingml/2006/main" noGrp="1"/>
          </p:cNvSpPr>
          <p:nvPr/>
        </p:nvSpPr>
        <p:spPr>
          <a:xfrm xmlns:a="http://schemas.openxmlformats.org/drawingml/2006/main">
            <a:off x="5341464" y="6945224"/>
            <a:ext cx="106836" cy="91744"/>
          </a:xfrm>
          <a:custGeom xmlns:a="http://schemas.openxmlformats.org/drawingml/2006/main">
            <a:pathLst>
              <a:path w="106836" h="91744">
                <a:moveTo>
                  <a:pt x="106836" y="45508"/>
                </a:moveTo>
                <a:lnTo>
                  <a:pt x="0" y="0"/>
                </a:lnTo>
                <a:lnTo>
                  <a:pt x="313" y="91744"/>
                </a:lnTo>
                <a:close/>
              </a:path>
            </a:pathLst>
          </a:custGeom>
          <a:solidFill xmlns:a="http://schemas.openxmlformats.org/drawingml/2006/main">
            <a:srgbClr val="A8B6C9"/>
          </a:solidFill>
          <a:ln xmlns:a="http://schemas.openxmlformats.org/drawingml/2006/main" w="0">
            <a:noFill/>
            <a:prstDash val="solid"/>
          </a:ln>
        </p:spPr>
      </p:sp>
      <p:sp>
        <p:nvSpPr>
          <p:cNvPr id="247" name="field-arrow-3-3">
            <a:extLst xmlns:a="http://schemas.openxmlformats.org/drawingml/2006/main">
              <a:ext uri="{FF2B5EF4-FFF2-40B4-BE49-F238E27FC236}">
                <a16:creationId xmlns:a16="http://schemas.microsoft.com/office/drawing/2014/main" id="{6FC62F86-A912-4D5F-97B5-BF243CBB900C}"/>
              </a:ext>
            </a:extLst>
          </p:cNvPr>
          <p:cNvSpPr>
            <a:spLocks xmlns:a="http://schemas.openxmlformats.org/drawingml/2006/main" noGrp="1"/>
          </p:cNvSpPr>
          <p:nvPr/>
        </p:nvSpPr>
        <p:spPr>
          <a:xfrm xmlns:a="http://schemas.openxmlformats.org/drawingml/2006/main">
            <a:off x="5267325" y="7448550"/>
            <a:ext cx="180975" cy="4551"/>
          </a:xfrm>
          <a:custGeom xmlns:a="http://schemas.openxmlformats.org/drawingml/2006/main">
            <a:pathLst>
              <a:path w="180975" h="4551">
                <a:moveTo>
                  <a:pt x="0" y="0"/>
                </a:moveTo>
                <a:lnTo>
                  <a:pt x="180975" y="4551"/>
                </a:lnTo>
              </a:path>
            </a:pathLst>
          </a:custGeom>
          <a:noFill xmlns:a="http://schemas.openxmlformats.org/drawingml/2006/main"/>
          <a:ln xmlns:a="http://schemas.openxmlformats.org/drawingml/2006/main" w="11430">
            <a:solidFill>
              <a:srgbClr val="A8B6C9"/>
            </a:solidFill>
            <a:prstDash val="solid"/>
          </a:ln>
        </p:spPr>
      </p:sp>
      <p:sp>
        <p:nvSpPr>
          <p:cNvPr id="248" name="field-arrow-3-3--arrow">
            <a:extLst xmlns:a="http://schemas.openxmlformats.org/drawingml/2006/main">
              <a:ext uri="{FF2B5EF4-FFF2-40B4-BE49-F238E27FC236}">
                <a16:creationId xmlns:a16="http://schemas.microsoft.com/office/drawing/2014/main" id="{71DB49B3-7755-4E57-BE59-7DDD3C144235}"/>
              </a:ext>
            </a:extLst>
          </p:cNvPr>
          <p:cNvSpPr>
            <a:spLocks xmlns:a="http://schemas.openxmlformats.org/drawingml/2006/main" noGrp="1"/>
          </p:cNvSpPr>
          <p:nvPr/>
        </p:nvSpPr>
        <p:spPr>
          <a:xfrm xmlns:a="http://schemas.openxmlformats.org/drawingml/2006/main">
            <a:off x="5340501" y="7404561"/>
            <a:ext cx="107799" cy="91716"/>
          </a:xfrm>
          <a:custGeom xmlns:a="http://schemas.openxmlformats.org/drawingml/2006/main">
            <a:pathLst>
              <a:path w="107799" h="91716">
                <a:moveTo>
                  <a:pt x="107799" y="48540"/>
                </a:moveTo>
                <a:lnTo>
                  <a:pt x="2306" y="0"/>
                </a:lnTo>
                <a:lnTo>
                  <a:pt x="0" y="91716"/>
                </a:lnTo>
                <a:close/>
              </a:path>
            </a:pathLst>
          </a:custGeom>
          <a:solidFill xmlns:a="http://schemas.openxmlformats.org/drawingml/2006/main">
            <a:srgbClr val="A8B6C9"/>
          </a:solidFill>
          <a:ln xmlns:a="http://schemas.openxmlformats.org/drawingml/2006/main" w="0">
            <a:noFill/>
            <a:prstDash val="solid"/>
          </a:ln>
        </p:spPr>
      </p:sp>
      <p:sp>
        <p:nvSpPr>
          <p:cNvPr id="249" name="field-arrow-4-0">
            <a:extLst xmlns:a="http://schemas.openxmlformats.org/drawingml/2006/main">
              <a:ext uri="{FF2B5EF4-FFF2-40B4-BE49-F238E27FC236}">
                <a16:creationId xmlns:a16="http://schemas.microsoft.com/office/drawing/2014/main" id="{9F228FB0-A7E0-4951-B017-632265C0384F}"/>
              </a:ext>
            </a:extLst>
          </p:cNvPr>
          <p:cNvSpPr>
            <a:spLocks xmlns:a="http://schemas.openxmlformats.org/drawingml/2006/main" noGrp="1"/>
          </p:cNvSpPr>
          <p:nvPr/>
        </p:nvSpPr>
        <p:spPr>
          <a:xfrm xmlns:a="http://schemas.openxmlformats.org/drawingml/2006/main">
            <a:off x="5848350" y="6060661"/>
            <a:ext cx="180975" cy="16289"/>
          </a:xfrm>
          <a:custGeom xmlns:a="http://schemas.openxmlformats.org/drawingml/2006/main">
            <a:pathLst>
              <a:path w="180975" h="16289">
                <a:moveTo>
                  <a:pt x="0" y="16289"/>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50" name="field-arrow-4-0--arrow">
            <a:extLst xmlns:a="http://schemas.openxmlformats.org/drawingml/2006/main">
              <a:ext uri="{FF2B5EF4-FFF2-40B4-BE49-F238E27FC236}">
                <a16:creationId xmlns:a16="http://schemas.microsoft.com/office/drawing/2014/main" id="{91DC4ACB-3E1F-4C76-AFF1-4A1F688DD38F}"/>
              </a:ext>
            </a:extLst>
          </p:cNvPr>
          <p:cNvSpPr>
            <a:spLocks xmlns:a="http://schemas.openxmlformats.org/drawingml/2006/main" noGrp="1"/>
          </p:cNvSpPr>
          <p:nvPr/>
        </p:nvSpPr>
        <p:spPr>
          <a:xfrm xmlns:a="http://schemas.openxmlformats.org/drawingml/2006/main">
            <a:off x="5918962" y="6024537"/>
            <a:ext cx="110363" cy="91375"/>
          </a:xfrm>
          <a:custGeom xmlns:a="http://schemas.openxmlformats.org/drawingml/2006/main">
            <a:pathLst>
              <a:path w="110363" h="91375">
                <a:moveTo>
                  <a:pt x="110363" y="36124"/>
                </a:moveTo>
                <a:lnTo>
                  <a:pt x="0" y="0"/>
                </a:lnTo>
                <a:lnTo>
                  <a:pt x="8224" y="91375"/>
                </a:lnTo>
                <a:close/>
              </a:path>
            </a:pathLst>
          </a:custGeom>
          <a:solidFill xmlns:a="http://schemas.openxmlformats.org/drawingml/2006/main">
            <a:srgbClr val="A8B6C9"/>
          </a:solidFill>
          <a:ln xmlns:a="http://schemas.openxmlformats.org/drawingml/2006/main" w="0">
            <a:noFill/>
            <a:prstDash val="solid"/>
          </a:ln>
        </p:spPr>
      </p:sp>
      <p:sp>
        <p:nvSpPr>
          <p:cNvPr id="251" name="field-arrow-4-1">
            <a:extLst xmlns:a="http://schemas.openxmlformats.org/drawingml/2006/main">
              <a:ext uri="{FF2B5EF4-FFF2-40B4-BE49-F238E27FC236}">
                <a16:creationId xmlns:a16="http://schemas.microsoft.com/office/drawing/2014/main" id="{3146858E-A86B-477D-8BCC-B930467D8C41}"/>
              </a:ext>
            </a:extLst>
          </p:cNvPr>
          <p:cNvSpPr>
            <a:spLocks xmlns:a="http://schemas.openxmlformats.org/drawingml/2006/main" noGrp="1"/>
          </p:cNvSpPr>
          <p:nvPr/>
        </p:nvSpPr>
        <p:spPr>
          <a:xfrm xmlns:a="http://schemas.openxmlformats.org/drawingml/2006/main">
            <a:off x="5848350" y="6521350"/>
            <a:ext cx="180975" cy="12800"/>
          </a:xfrm>
          <a:custGeom xmlns:a="http://schemas.openxmlformats.org/drawingml/2006/main">
            <a:pathLst>
              <a:path w="180975" h="12800">
                <a:moveTo>
                  <a:pt x="0" y="12800"/>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52" name="field-arrow-4-1--arrow">
            <a:extLst xmlns:a="http://schemas.openxmlformats.org/drawingml/2006/main">
              <a:ext uri="{FF2B5EF4-FFF2-40B4-BE49-F238E27FC236}">
                <a16:creationId xmlns:a16="http://schemas.microsoft.com/office/drawing/2014/main" id="{EF6B3005-DA5A-4F51-B045-B545C0EEF38B}"/>
              </a:ext>
            </a:extLst>
          </p:cNvPr>
          <p:cNvSpPr>
            <a:spLocks xmlns:a="http://schemas.openxmlformats.org/drawingml/2006/main" noGrp="1"/>
          </p:cNvSpPr>
          <p:nvPr/>
        </p:nvSpPr>
        <p:spPr>
          <a:xfrm xmlns:a="http://schemas.openxmlformats.org/drawingml/2006/main">
            <a:off x="5919674" y="6483118"/>
            <a:ext cx="109651" cy="91516"/>
          </a:xfrm>
          <a:custGeom xmlns:a="http://schemas.openxmlformats.org/drawingml/2006/main">
            <a:pathLst>
              <a:path w="109651" h="91516">
                <a:moveTo>
                  <a:pt x="109651" y="38232"/>
                </a:moveTo>
                <a:lnTo>
                  <a:pt x="0" y="0"/>
                </a:lnTo>
                <a:lnTo>
                  <a:pt x="6473" y="91516"/>
                </a:lnTo>
                <a:close/>
              </a:path>
            </a:pathLst>
          </a:custGeom>
          <a:solidFill xmlns:a="http://schemas.openxmlformats.org/drawingml/2006/main">
            <a:srgbClr val="A8B6C9"/>
          </a:solidFill>
          <a:ln xmlns:a="http://schemas.openxmlformats.org/drawingml/2006/main" w="0">
            <a:noFill/>
            <a:prstDash val="solid"/>
          </a:ln>
        </p:spPr>
      </p:sp>
      <p:sp>
        <p:nvSpPr>
          <p:cNvPr id="253" name="field-arrow-4-2">
            <a:extLst xmlns:a="http://schemas.openxmlformats.org/drawingml/2006/main">
              <a:ext uri="{FF2B5EF4-FFF2-40B4-BE49-F238E27FC236}">
                <a16:creationId xmlns:a16="http://schemas.microsoft.com/office/drawing/2014/main" id="{63E7651B-F9E5-4FC3-BA27-F959CDC73DAE}"/>
              </a:ext>
            </a:extLst>
          </p:cNvPr>
          <p:cNvSpPr>
            <a:spLocks xmlns:a="http://schemas.openxmlformats.org/drawingml/2006/main" noGrp="1"/>
          </p:cNvSpPr>
          <p:nvPr/>
        </p:nvSpPr>
        <p:spPr>
          <a:xfrm xmlns:a="http://schemas.openxmlformats.org/drawingml/2006/main">
            <a:off x="5848350" y="6982039"/>
            <a:ext cx="180975" cy="9311"/>
          </a:xfrm>
          <a:custGeom xmlns:a="http://schemas.openxmlformats.org/drawingml/2006/main">
            <a:pathLst>
              <a:path w="180975" h="9311">
                <a:moveTo>
                  <a:pt x="0" y="9311"/>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54" name="field-arrow-4-2--arrow">
            <a:extLst xmlns:a="http://schemas.openxmlformats.org/drawingml/2006/main">
              <a:ext uri="{FF2B5EF4-FFF2-40B4-BE49-F238E27FC236}">
                <a16:creationId xmlns:a16="http://schemas.microsoft.com/office/drawing/2014/main" id="{68E2579B-25A5-4C6B-9738-573C01F62A2B}"/>
              </a:ext>
            </a:extLst>
          </p:cNvPr>
          <p:cNvSpPr>
            <a:spLocks xmlns:a="http://schemas.openxmlformats.org/drawingml/2006/main" noGrp="1"/>
          </p:cNvSpPr>
          <p:nvPr/>
        </p:nvSpPr>
        <p:spPr>
          <a:xfrm xmlns:a="http://schemas.openxmlformats.org/drawingml/2006/main">
            <a:off x="5920429" y="6941708"/>
            <a:ext cx="108896" cy="91624"/>
          </a:xfrm>
          <a:custGeom xmlns:a="http://schemas.openxmlformats.org/drawingml/2006/main">
            <a:pathLst>
              <a:path w="108896" h="91624">
                <a:moveTo>
                  <a:pt x="108896" y="40330"/>
                </a:moveTo>
                <a:lnTo>
                  <a:pt x="0" y="0"/>
                </a:lnTo>
                <a:lnTo>
                  <a:pt x="4714" y="91624"/>
                </a:lnTo>
                <a:close/>
              </a:path>
            </a:pathLst>
          </a:custGeom>
          <a:solidFill xmlns:a="http://schemas.openxmlformats.org/drawingml/2006/main">
            <a:srgbClr val="A8B6C9"/>
          </a:solidFill>
          <a:ln xmlns:a="http://schemas.openxmlformats.org/drawingml/2006/main" w="0">
            <a:noFill/>
            <a:prstDash val="solid"/>
          </a:ln>
        </p:spPr>
      </p:sp>
      <p:sp>
        <p:nvSpPr>
          <p:cNvPr id="255" name="field-arrow-4-3">
            <a:extLst xmlns:a="http://schemas.openxmlformats.org/drawingml/2006/main">
              <a:ext uri="{FF2B5EF4-FFF2-40B4-BE49-F238E27FC236}">
                <a16:creationId xmlns:a16="http://schemas.microsoft.com/office/drawing/2014/main" id="{0EB3BED4-A511-4142-A8BB-6E4BD08EC102}"/>
              </a:ext>
            </a:extLst>
          </p:cNvPr>
          <p:cNvSpPr>
            <a:spLocks xmlns:a="http://schemas.openxmlformats.org/drawingml/2006/main" noGrp="1"/>
          </p:cNvSpPr>
          <p:nvPr/>
        </p:nvSpPr>
        <p:spPr>
          <a:xfrm xmlns:a="http://schemas.openxmlformats.org/drawingml/2006/main">
            <a:off x="5848350" y="7442728"/>
            <a:ext cx="180975" cy="5822"/>
          </a:xfrm>
          <a:custGeom xmlns:a="http://schemas.openxmlformats.org/drawingml/2006/main">
            <a:pathLst>
              <a:path w="180975" h="5822">
                <a:moveTo>
                  <a:pt x="0" y="5822"/>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56" name="field-arrow-4-3--arrow">
            <a:extLst xmlns:a="http://schemas.openxmlformats.org/drawingml/2006/main">
              <a:ext uri="{FF2B5EF4-FFF2-40B4-BE49-F238E27FC236}">
                <a16:creationId xmlns:a16="http://schemas.microsoft.com/office/drawing/2014/main" id="{64EC9274-63E6-4720-B4E9-B3840EC688A4}"/>
              </a:ext>
            </a:extLst>
          </p:cNvPr>
          <p:cNvSpPr>
            <a:spLocks xmlns:a="http://schemas.openxmlformats.org/drawingml/2006/main" noGrp="1"/>
          </p:cNvSpPr>
          <p:nvPr/>
        </p:nvSpPr>
        <p:spPr>
          <a:xfrm xmlns:a="http://schemas.openxmlformats.org/drawingml/2006/main">
            <a:off x="5921225" y="7400309"/>
            <a:ext cx="108100" cy="91697"/>
          </a:xfrm>
          <a:custGeom xmlns:a="http://schemas.openxmlformats.org/drawingml/2006/main">
            <a:pathLst>
              <a:path w="108100" h="91697">
                <a:moveTo>
                  <a:pt x="108100" y="42418"/>
                </a:moveTo>
                <a:lnTo>
                  <a:pt x="0" y="0"/>
                </a:lnTo>
                <a:lnTo>
                  <a:pt x="2950" y="91697"/>
                </a:lnTo>
                <a:close/>
              </a:path>
            </a:pathLst>
          </a:custGeom>
          <a:solidFill xmlns:a="http://schemas.openxmlformats.org/drawingml/2006/main">
            <a:srgbClr val="A8B6C9"/>
          </a:solidFill>
          <a:ln xmlns:a="http://schemas.openxmlformats.org/drawingml/2006/main" w="0">
            <a:noFill/>
            <a:prstDash val="solid"/>
          </a:ln>
        </p:spPr>
      </p:sp>
      <p:sp>
        <p:nvSpPr>
          <p:cNvPr id="257" name="field-arrow-5-0">
            <a:extLst xmlns:a="http://schemas.openxmlformats.org/drawingml/2006/main">
              <a:ext uri="{FF2B5EF4-FFF2-40B4-BE49-F238E27FC236}">
                <a16:creationId xmlns:a16="http://schemas.microsoft.com/office/drawing/2014/main" id="{E46F7666-01F4-41FE-A676-4B80BDA5A310}"/>
              </a:ext>
            </a:extLst>
          </p:cNvPr>
          <p:cNvSpPr>
            <a:spLocks xmlns:a="http://schemas.openxmlformats.org/drawingml/2006/main" noGrp="1"/>
          </p:cNvSpPr>
          <p:nvPr/>
        </p:nvSpPr>
        <p:spPr>
          <a:xfrm xmlns:a="http://schemas.openxmlformats.org/drawingml/2006/main">
            <a:off x="6429375" y="6058302"/>
            <a:ext cx="180975" cy="18648"/>
          </a:xfrm>
          <a:custGeom xmlns:a="http://schemas.openxmlformats.org/drawingml/2006/main">
            <a:pathLst>
              <a:path w="180975" h="18648">
                <a:moveTo>
                  <a:pt x="0" y="18648"/>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58" name="field-arrow-5-0--arrow">
            <a:extLst xmlns:a="http://schemas.openxmlformats.org/drawingml/2006/main">
              <a:ext uri="{FF2B5EF4-FFF2-40B4-BE49-F238E27FC236}">
                <a16:creationId xmlns:a16="http://schemas.microsoft.com/office/drawing/2014/main" id="{E4B0E3F7-B8D6-4983-9F2D-C224F3FE177F}"/>
              </a:ext>
            </a:extLst>
          </p:cNvPr>
          <p:cNvSpPr>
            <a:spLocks xmlns:a="http://schemas.openxmlformats.org/drawingml/2006/main" noGrp="1"/>
          </p:cNvSpPr>
          <p:nvPr/>
        </p:nvSpPr>
        <p:spPr>
          <a:xfrm xmlns:a="http://schemas.openxmlformats.org/drawingml/2006/main">
            <a:off x="6499530" y="6023606"/>
            <a:ext cx="110820" cy="91262"/>
          </a:xfrm>
          <a:custGeom xmlns:a="http://schemas.openxmlformats.org/drawingml/2006/main">
            <a:pathLst>
              <a:path w="110820" h="91262">
                <a:moveTo>
                  <a:pt x="110820" y="34696"/>
                </a:moveTo>
                <a:lnTo>
                  <a:pt x="0" y="0"/>
                </a:lnTo>
                <a:lnTo>
                  <a:pt x="9404" y="91262"/>
                </a:lnTo>
                <a:close/>
              </a:path>
            </a:pathLst>
          </a:custGeom>
          <a:solidFill xmlns:a="http://schemas.openxmlformats.org/drawingml/2006/main">
            <a:srgbClr val="A8B6C9"/>
          </a:solidFill>
          <a:ln xmlns:a="http://schemas.openxmlformats.org/drawingml/2006/main" w="0">
            <a:noFill/>
            <a:prstDash val="solid"/>
          </a:ln>
        </p:spPr>
      </p:sp>
      <p:sp>
        <p:nvSpPr>
          <p:cNvPr id="259" name="field-arrow-5-1">
            <a:extLst xmlns:a="http://schemas.openxmlformats.org/drawingml/2006/main">
              <a:ext uri="{FF2B5EF4-FFF2-40B4-BE49-F238E27FC236}">
                <a16:creationId xmlns:a16="http://schemas.microsoft.com/office/drawing/2014/main" id="{23B08657-B0F8-47B1-B0E9-75E44BCE6EC6}"/>
              </a:ext>
            </a:extLst>
          </p:cNvPr>
          <p:cNvSpPr>
            <a:spLocks xmlns:a="http://schemas.openxmlformats.org/drawingml/2006/main" noGrp="1"/>
          </p:cNvSpPr>
          <p:nvPr/>
        </p:nvSpPr>
        <p:spPr>
          <a:xfrm xmlns:a="http://schemas.openxmlformats.org/drawingml/2006/main">
            <a:off x="6429375" y="6517099"/>
            <a:ext cx="180975" cy="17051"/>
          </a:xfrm>
          <a:custGeom xmlns:a="http://schemas.openxmlformats.org/drawingml/2006/main">
            <a:pathLst>
              <a:path w="180975" h="17051">
                <a:moveTo>
                  <a:pt x="0" y="17051"/>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60" name="field-arrow-5-1--arrow">
            <a:extLst xmlns:a="http://schemas.openxmlformats.org/drawingml/2006/main">
              <a:ext uri="{FF2B5EF4-FFF2-40B4-BE49-F238E27FC236}">
                <a16:creationId xmlns:a16="http://schemas.microsoft.com/office/drawing/2014/main" id="{A05B10C5-149F-495C-80D2-1150E55463A2}"/>
              </a:ext>
            </a:extLst>
          </p:cNvPr>
          <p:cNvSpPr>
            <a:spLocks xmlns:a="http://schemas.openxmlformats.org/drawingml/2006/main" noGrp="1"/>
          </p:cNvSpPr>
          <p:nvPr/>
        </p:nvSpPr>
        <p:spPr>
          <a:xfrm xmlns:a="http://schemas.openxmlformats.org/drawingml/2006/main">
            <a:off x="6499837" y="6481436"/>
            <a:ext cx="110513" cy="91340"/>
          </a:xfrm>
          <a:custGeom xmlns:a="http://schemas.openxmlformats.org/drawingml/2006/main">
            <a:pathLst>
              <a:path w="110513" h="91340">
                <a:moveTo>
                  <a:pt x="110513" y="35663"/>
                </a:moveTo>
                <a:lnTo>
                  <a:pt x="0" y="0"/>
                </a:lnTo>
                <a:lnTo>
                  <a:pt x="8606" y="91340"/>
                </a:lnTo>
                <a:close/>
              </a:path>
            </a:pathLst>
          </a:custGeom>
          <a:solidFill xmlns:a="http://schemas.openxmlformats.org/drawingml/2006/main">
            <a:srgbClr val="A8B6C9"/>
          </a:solidFill>
          <a:ln xmlns:a="http://schemas.openxmlformats.org/drawingml/2006/main" w="0">
            <a:noFill/>
            <a:prstDash val="solid"/>
          </a:ln>
        </p:spPr>
      </p:sp>
      <p:sp>
        <p:nvSpPr>
          <p:cNvPr id="261" name="field-arrow-5-2">
            <a:extLst xmlns:a="http://schemas.openxmlformats.org/drawingml/2006/main">
              <a:ext uri="{FF2B5EF4-FFF2-40B4-BE49-F238E27FC236}">
                <a16:creationId xmlns:a16="http://schemas.microsoft.com/office/drawing/2014/main" id="{4EF0EC51-7BFF-4D85-AB0D-279CCE5D79DC}"/>
              </a:ext>
            </a:extLst>
          </p:cNvPr>
          <p:cNvSpPr>
            <a:spLocks xmlns:a="http://schemas.openxmlformats.org/drawingml/2006/main" noGrp="1"/>
          </p:cNvSpPr>
          <p:nvPr/>
        </p:nvSpPr>
        <p:spPr>
          <a:xfrm xmlns:a="http://schemas.openxmlformats.org/drawingml/2006/main">
            <a:off x="6429375" y="6975895"/>
            <a:ext cx="180975" cy="15455"/>
          </a:xfrm>
          <a:custGeom xmlns:a="http://schemas.openxmlformats.org/drawingml/2006/main">
            <a:pathLst>
              <a:path w="180975" h="15455">
                <a:moveTo>
                  <a:pt x="0" y="15455"/>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62" name="field-arrow-5-2--arrow">
            <a:extLst xmlns:a="http://schemas.openxmlformats.org/drawingml/2006/main">
              <a:ext uri="{FF2B5EF4-FFF2-40B4-BE49-F238E27FC236}">
                <a16:creationId xmlns:a16="http://schemas.microsoft.com/office/drawing/2014/main" id="{3C2479F4-DB2B-4EEF-BDDA-9FD2D9D7D94F}"/>
              </a:ext>
            </a:extLst>
          </p:cNvPr>
          <p:cNvSpPr>
            <a:spLocks xmlns:a="http://schemas.openxmlformats.org/drawingml/2006/main" noGrp="1"/>
          </p:cNvSpPr>
          <p:nvPr/>
        </p:nvSpPr>
        <p:spPr>
          <a:xfrm xmlns:a="http://schemas.openxmlformats.org/drawingml/2006/main">
            <a:off x="6500154" y="6939266"/>
            <a:ext cx="110196" cy="91412"/>
          </a:xfrm>
          <a:custGeom xmlns:a="http://schemas.openxmlformats.org/drawingml/2006/main">
            <a:pathLst>
              <a:path w="110196" h="91412">
                <a:moveTo>
                  <a:pt x="110196" y="36629"/>
                </a:moveTo>
                <a:lnTo>
                  <a:pt x="0" y="0"/>
                </a:lnTo>
                <a:lnTo>
                  <a:pt x="7806" y="91412"/>
                </a:lnTo>
                <a:close/>
              </a:path>
            </a:pathLst>
          </a:custGeom>
          <a:solidFill xmlns:a="http://schemas.openxmlformats.org/drawingml/2006/main">
            <a:srgbClr val="A8B6C9"/>
          </a:solidFill>
          <a:ln xmlns:a="http://schemas.openxmlformats.org/drawingml/2006/main" w="0">
            <a:noFill/>
            <a:prstDash val="solid"/>
          </a:ln>
        </p:spPr>
      </p:sp>
      <p:sp>
        <p:nvSpPr>
          <p:cNvPr id="263" name="field-arrow-5-3">
            <a:extLst xmlns:a="http://schemas.openxmlformats.org/drawingml/2006/main">
              <a:ext uri="{FF2B5EF4-FFF2-40B4-BE49-F238E27FC236}">
                <a16:creationId xmlns:a16="http://schemas.microsoft.com/office/drawing/2014/main" id="{FB3CE94C-A42C-4673-8947-C63FAF5298CB}"/>
              </a:ext>
            </a:extLst>
          </p:cNvPr>
          <p:cNvSpPr>
            <a:spLocks xmlns:a="http://schemas.openxmlformats.org/drawingml/2006/main" noGrp="1"/>
          </p:cNvSpPr>
          <p:nvPr/>
        </p:nvSpPr>
        <p:spPr>
          <a:xfrm xmlns:a="http://schemas.openxmlformats.org/drawingml/2006/main">
            <a:off x="6429375" y="7434692"/>
            <a:ext cx="180975" cy="13858"/>
          </a:xfrm>
          <a:custGeom xmlns:a="http://schemas.openxmlformats.org/drawingml/2006/main">
            <a:pathLst>
              <a:path w="180975" h="13858">
                <a:moveTo>
                  <a:pt x="0" y="13858"/>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64" name="field-arrow-5-3--arrow">
            <a:extLst xmlns:a="http://schemas.openxmlformats.org/drawingml/2006/main">
              <a:ext uri="{FF2B5EF4-FFF2-40B4-BE49-F238E27FC236}">
                <a16:creationId xmlns:a16="http://schemas.microsoft.com/office/drawing/2014/main" id="{3051585B-866A-4EF2-A236-7A102443A4D8}"/>
              </a:ext>
            </a:extLst>
          </p:cNvPr>
          <p:cNvSpPr>
            <a:spLocks xmlns:a="http://schemas.openxmlformats.org/drawingml/2006/main" noGrp="1"/>
          </p:cNvSpPr>
          <p:nvPr/>
        </p:nvSpPr>
        <p:spPr>
          <a:xfrm xmlns:a="http://schemas.openxmlformats.org/drawingml/2006/main">
            <a:off x="6500479" y="7397098"/>
            <a:ext cx="109871" cy="91477"/>
          </a:xfrm>
          <a:custGeom xmlns:a="http://schemas.openxmlformats.org/drawingml/2006/main">
            <a:pathLst>
              <a:path w="109871" h="91477">
                <a:moveTo>
                  <a:pt x="109871" y="37593"/>
                </a:moveTo>
                <a:lnTo>
                  <a:pt x="0" y="0"/>
                </a:lnTo>
                <a:lnTo>
                  <a:pt x="7005" y="91477"/>
                </a:lnTo>
                <a:close/>
              </a:path>
            </a:pathLst>
          </a:custGeom>
          <a:solidFill xmlns:a="http://schemas.openxmlformats.org/drawingml/2006/main">
            <a:srgbClr val="A8B6C9"/>
          </a:solidFill>
          <a:ln xmlns:a="http://schemas.openxmlformats.org/drawingml/2006/main" w="0">
            <a:noFill/>
            <a:prstDash val="solid"/>
          </a:ln>
        </p:spPr>
      </p:sp>
      <p:sp>
        <p:nvSpPr>
          <p:cNvPr id="265" name="field-arrow-6-0">
            <a:extLst xmlns:a="http://schemas.openxmlformats.org/drawingml/2006/main">
              <a:ext uri="{FF2B5EF4-FFF2-40B4-BE49-F238E27FC236}">
                <a16:creationId xmlns:a16="http://schemas.microsoft.com/office/drawing/2014/main" id="{A813F395-B5D5-43A0-86CD-1C6AA06974C8}"/>
              </a:ext>
            </a:extLst>
          </p:cNvPr>
          <p:cNvSpPr>
            <a:spLocks xmlns:a="http://schemas.openxmlformats.org/drawingml/2006/main" noGrp="1"/>
          </p:cNvSpPr>
          <p:nvPr/>
        </p:nvSpPr>
        <p:spPr>
          <a:xfrm xmlns:a="http://schemas.openxmlformats.org/drawingml/2006/main">
            <a:off x="7010400" y="6059994"/>
            <a:ext cx="180975" cy="16956"/>
          </a:xfrm>
          <a:custGeom xmlns:a="http://schemas.openxmlformats.org/drawingml/2006/main">
            <a:pathLst>
              <a:path w="180975" h="16956">
                <a:moveTo>
                  <a:pt x="0" y="16956"/>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66" name="field-arrow-6-0--arrow">
            <a:extLst xmlns:a="http://schemas.openxmlformats.org/drawingml/2006/main">
              <a:ext uri="{FF2B5EF4-FFF2-40B4-BE49-F238E27FC236}">
                <a16:creationId xmlns:a16="http://schemas.microsoft.com/office/drawing/2014/main" id="{4EFD9AE1-0977-4FD1-B7DC-7386798DADB7}"/>
              </a:ext>
            </a:extLst>
          </p:cNvPr>
          <p:cNvSpPr>
            <a:spLocks xmlns:a="http://schemas.openxmlformats.org/drawingml/2006/main" noGrp="1"/>
          </p:cNvSpPr>
          <p:nvPr/>
        </p:nvSpPr>
        <p:spPr>
          <a:xfrm xmlns:a="http://schemas.openxmlformats.org/drawingml/2006/main">
            <a:off x="7080881" y="6024273"/>
            <a:ext cx="110494" cy="91345"/>
          </a:xfrm>
          <a:custGeom xmlns:a="http://schemas.openxmlformats.org/drawingml/2006/main">
            <a:pathLst>
              <a:path w="110494" h="91345">
                <a:moveTo>
                  <a:pt x="110494" y="35721"/>
                </a:moveTo>
                <a:lnTo>
                  <a:pt x="0" y="0"/>
                </a:lnTo>
                <a:lnTo>
                  <a:pt x="8558" y="91345"/>
                </a:lnTo>
                <a:close/>
              </a:path>
            </a:pathLst>
          </a:custGeom>
          <a:solidFill xmlns:a="http://schemas.openxmlformats.org/drawingml/2006/main">
            <a:srgbClr val="A8B6C9"/>
          </a:solidFill>
          <a:ln xmlns:a="http://schemas.openxmlformats.org/drawingml/2006/main" w="0">
            <a:noFill/>
            <a:prstDash val="solid"/>
          </a:ln>
        </p:spPr>
      </p:sp>
      <p:sp>
        <p:nvSpPr>
          <p:cNvPr id="267" name="field-arrow-6-1">
            <a:extLst xmlns:a="http://schemas.openxmlformats.org/drawingml/2006/main">
              <a:ext uri="{FF2B5EF4-FFF2-40B4-BE49-F238E27FC236}">
                <a16:creationId xmlns:a16="http://schemas.microsoft.com/office/drawing/2014/main" id="{2506DAA3-76F9-461C-B36A-041A4A949F7A}"/>
              </a:ext>
            </a:extLst>
          </p:cNvPr>
          <p:cNvSpPr>
            <a:spLocks xmlns:a="http://schemas.openxmlformats.org/drawingml/2006/main" noGrp="1"/>
          </p:cNvSpPr>
          <p:nvPr/>
        </p:nvSpPr>
        <p:spPr>
          <a:xfrm xmlns:a="http://schemas.openxmlformats.org/drawingml/2006/main">
            <a:off x="7010400" y="6516801"/>
            <a:ext cx="180975" cy="17349"/>
          </a:xfrm>
          <a:custGeom xmlns:a="http://schemas.openxmlformats.org/drawingml/2006/main">
            <a:pathLst>
              <a:path w="180975" h="17349">
                <a:moveTo>
                  <a:pt x="0" y="17349"/>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68" name="field-arrow-6-1--arrow">
            <a:extLst xmlns:a="http://schemas.openxmlformats.org/drawingml/2006/main">
              <a:ext uri="{FF2B5EF4-FFF2-40B4-BE49-F238E27FC236}">
                <a16:creationId xmlns:a16="http://schemas.microsoft.com/office/drawing/2014/main" id="{5D392422-3451-4323-A000-73FF00988316}"/>
              </a:ext>
            </a:extLst>
          </p:cNvPr>
          <p:cNvSpPr>
            <a:spLocks xmlns:a="http://schemas.openxmlformats.org/drawingml/2006/main" noGrp="1"/>
          </p:cNvSpPr>
          <p:nvPr/>
        </p:nvSpPr>
        <p:spPr>
          <a:xfrm xmlns:a="http://schemas.openxmlformats.org/drawingml/2006/main">
            <a:off x="7080804" y="6481318"/>
            <a:ext cx="110571" cy="91326"/>
          </a:xfrm>
          <a:custGeom xmlns:a="http://schemas.openxmlformats.org/drawingml/2006/main">
            <a:pathLst>
              <a:path w="110571" h="91326">
                <a:moveTo>
                  <a:pt x="110571" y="35483"/>
                </a:moveTo>
                <a:lnTo>
                  <a:pt x="0" y="0"/>
                </a:lnTo>
                <a:lnTo>
                  <a:pt x="8755" y="91326"/>
                </a:lnTo>
                <a:close/>
              </a:path>
            </a:pathLst>
          </a:custGeom>
          <a:solidFill xmlns:a="http://schemas.openxmlformats.org/drawingml/2006/main">
            <a:srgbClr val="A8B6C9"/>
          </a:solidFill>
          <a:ln xmlns:a="http://schemas.openxmlformats.org/drawingml/2006/main" w="0">
            <a:noFill/>
            <a:prstDash val="solid"/>
          </a:ln>
        </p:spPr>
      </p:sp>
      <p:sp>
        <p:nvSpPr>
          <p:cNvPr id="269" name="field-arrow-6-2">
            <a:extLst xmlns:a="http://schemas.openxmlformats.org/drawingml/2006/main">
              <a:ext uri="{FF2B5EF4-FFF2-40B4-BE49-F238E27FC236}">
                <a16:creationId xmlns:a16="http://schemas.microsoft.com/office/drawing/2014/main" id="{B2E62C30-A206-43F4-AE9C-9B8A626FB002}"/>
              </a:ext>
            </a:extLst>
          </p:cNvPr>
          <p:cNvSpPr>
            <a:spLocks xmlns:a="http://schemas.openxmlformats.org/drawingml/2006/main" noGrp="1"/>
          </p:cNvSpPr>
          <p:nvPr/>
        </p:nvSpPr>
        <p:spPr>
          <a:xfrm xmlns:a="http://schemas.openxmlformats.org/drawingml/2006/main">
            <a:off x="7010400" y="6973607"/>
            <a:ext cx="180975" cy="17743"/>
          </a:xfrm>
          <a:custGeom xmlns:a="http://schemas.openxmlformats.org/drawingml/2006/main">
            <a:pathLst>
              <a:path w="180975" h="17743">
                <a:moveTo>
                  <a:pt x="0" y="17743"/>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70" name="field-arrow-6-2--arrow">
            <a:extLst xmlns:a="http://schemas.openxmlformats.org/drawingml/2006/main">
              <a:ext uri="{FF2B5EF4-FFF2-40B4-BE49-F238E27FC236}">
                <a16:creationId xmlns:a16="http://schemas.microsoft.com/office/drawing/2014/main" id="{8B4C6CA4-71E3-43E6-9FCB-ADA57A56A673}"/>
              </a:ext>
            </a:extLst>
          </p:cNvPr>
          <p:cNvSpPr>
            <a:spLocks xmlns:a="http://schemas.openxmlformats.org/drawingml/2006/main" noGrp="1"/>
          </p:cNvSpPr>
          <p:nvPr/>
        </p:nvSpPr>
        <p:spPr>
          <a:xfrm xmlns:a="http://schemas.openxmlformats.org/drawingml/2006/main">
            <a:off x="7080728" y="6938363"/>
            <a:ext cx="110647" cy="91307"/>
          </a:xfrm>
          <a:custGeom xmlns:a="http://schemas.openxmlformats.org/drawingml/2006/main">
            <a:pathLst>
              <a:path w="110647" h="91307">
                <a:moveTo>
                  <a:pt x="110647" y="35245"/>
                </a:moveTo>
                <a:lnTo>
                  <a:pt x="0" y="0"/>
                </a:lnTo>
                <a:lnTo>
                  <a:pt x="8952" y="91307"/>
                </a:lnTo>
                <a:close/>
              </a:path>
            </a:pathLst>
          </a:custGeom>
          <a:solidFill xmlns:a="http://schemas.openxmlformats.org/drawingml/2006/main">
            <a:srgbClr val="A8B6C9"/>
          </a:solidFill>
          <a:ln xmlns:a="http://schemas.openxmlformats.org/drawingml/2006/main" w="0">
            <a:noFill/>
            <a:prstDash val="solid"/>
          </a:ln>
        </p:spPr>
      </p:sp>
      <p:sp>
        <p:nvSpPr>
          <p:cNvPr id="271" name="field-arrow-6-3">
            <a:extLst xmlns:a="http://schemas.openxmlformats.org/drawingml/2006/main">
              <a:ext uri="{FF2B5EF4-FFF2-40B4-BE49-F238E27FC236}">
                <a16:creationId xmlns:a16="http://schemas.microsoft.com/office/drawing/2014/main" id="{3FE78F95-E804-4B7C-9A76-7C42E16F8BCE}"/>
              </a:ext>
            </a:extLst>
          </p:cNvPr>
          <p:cNvSpPr>
            <a:spLocks xmlns:a="http://schemas.openxmlformats.org/drawingml/2006/main" noGrp="1"/>
          </p:cNvSpPr>
          <p:nvPr/>
        </p:nvSpPr>
        <p:spPr>
          <a:xfrm xmlns:a="http://schemas.openxmlformats.org/drawingml/2006/main">
            <a:off x="7010400" y="7430414"/>
            <a:ext cx="180975" cy="18136"/>
          </a:xfrm>
          <a:custGeom xmlns:a="http://schemas.openxmlformats.org/drawingml/2006/main">
            <a:pathLst>
              <a:path w="180975" h="18136">
                <a:moveTo>
                  <a:pt x="0" y="18136"/>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72" name="field-arrow-6-3--arrow">
            <a:extLst xmlns:a="http://schemas.openxmlformats.org/drawingml/2006/main">
              <a:ext uri="{FF2B5EF4-FFF2-40B4-BE49-F238E27FC236}">
                <a16:creationId xmlns:a16="http://schemas.microsoft.com/office/drawing/2014/main" id="{5664AB08-F01C-4AE4-B6A4-7A60BA6A187B}"/>
              </a:ext>
            </a:extLst>
          </p:cNvPr>
          <p:cNvSpPr>
            <a:spLocks xmlns:a="http://schemas.openxmlformats.org/drawingml/2006/main" noGrp="1"/>
          </p:cNvSpPr>
          <p:nvPr/>
        </p:nvSpPr>
        <p:spPr>
          <a:xfrm xmlns:a="http://schemas.openxmlformats.org/drawingml/2006/main">
            <a:off x="7080653" y="7395408"/>
            <a:ext cx="110722" cy="91288"/>
          </a:xfrm>
          <a:custGeom xmlns:a="http://schemas.openxmlformats.org/drawingml/2006/main">
            <a:pathLst>
              <a:path w="110722" h="91288">
                <a:moveTo>
                  <a:pt x="110722" y="35006"/>
                </a:moveTo>
                <a:lnTo>
                  <a:pt x="0" y="0"/>
                </a:lnTo>
                <a:lnTo>
                  <a:pt x="9148" y="91288"/>
                </a:lnTo>
                <a:close/>
              </a:path>
            </a:pathLst>
          </a:custGeom>
          <a:solidFill xmlns:a="http://schemas.openxmlformats.org/drawingml/2006/main">
            <a:srgbClr val="A8B6C9"/>
          </a:solidFill>
          <a:ln xmlns:a="http://schemas.openxmlformats.org/drawingml/2006/main" w="0">
            <a:noFill/>
            <a:prstDash val="solid"/>
          </a:ln>
        </p:spPr>
      </p:sp>
      <p:sp>
        <p:nvSpPr>
          <p:cNvPr id="273" name="field-arrow-7-0">
            <a:extLst xmlns:a="http://schemas.openxmlformats.org/drawingml/2006/main">
              <a:ext uri="{FF2B5EF4-FFF2-40B4-BE49-F238E27FC236}">
                <a16:creationId xmlns:a16="http://schemas.microsoft.com/office/drawing/2014/main" id="{B151DF3C-DE55-47EA-A2BA-41CBFC0186A1}"/>
              </a:ext>
            </a:extLst>
          </p:cNvPr>
          <p:cNvSpPr>
            <a:spLocks xmlns:a="http://schemas.openxmlformats.org/drawingml/2006/main" noGrp="1"/>
          </p:cNvSpPr>
          <p:nvPr/>
        </p:nvSpPr>
        <p:spPr>
          <a:xfrm xmlns:a="http://schemas.openxmlformats.org/drawingml/2006/main">
            <a:off x="7591425" y="6065865"/>
            <a:ext cx="180975" cy="11085"/>
          </a:xfrm>
          <a:custGeom xmlns:a="http://schemas.openxmlformats.org/drawingml/2006/main">
            <a:pathLst>
              <a:path w="180975" h="11085">
                <a:moveTo>
                  <a:pt x="0" y="11085"/>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74" name="field-arrow-7-0--arrow">
            <a:extLst xmlns:a="http://schemas.openxmlformats.org/drawingml/2006/main">
              <a:ext uri="{FF2B5EF4-FFF2-40B4-BE49-F238E27FC236}">
                <a16:creationId xmlns:a16="http://schemas.microsoft.com/office/drawing/2014/main" id="{3284EBA1-D2A1-49E4-8DE7-C4333D21BDD8}"/>
              </a:ext>
            </a:extLst>
          </p:cNvPr>
          <p:cNvSpPr>
            <a:spLocks xmlns:a="http://schemas.openxmlformats.org/drawingml/2006/main" noGrp="1"/>
          </p:cNvSpPr>
          <p:nvPr/>
        </p:nvSpPr>
        <p:spPr>
          <a:xfrm xmlns:a="http://schemas.openxmlformats.org/drawingml/2006/main">
            <a:off x="7663115" y="6026601"/>
            <a:ext cx="109285" cy="91573"/>
          </a:xfrm>
          <a:custGeom xmlns:a="http://schemas.openxmlformats.org/drawingml/2006/main">
            <a:pathLst>
              <a:path w="109285" h="91573">
                <a:moveTo>
                  <a:pt x="109285" y="39265"/>
                </a:moveTo>
                <a:lnTo>
                  <a:pt x="0" y="0"/>
                </a:lnTo>
                <a:lnTo>
                  <a:pt x="5609" y="91573"/>
                </a:lnTo>
                <a:close/>
              </a:path>
            </a:pathLst>
          </a:custGeom>
          <a:solidFill xmlns:a="http://schemas.openxmlformats.org/drawingml/2006/main">
            <a:srgbClr val="A8B6C9"/>
          </a:solidFill>
          <a:ln xmlns:a="http://schemas.openxmlformats.org/drawingml/2006/main" w="0">
            <a:noFill/>
            <a:prstDash val="solid"/>
          </a:ln>
        </p:spPr>
      </p:sp>
      <p:sp>
        <p:nvSpPr>
          <p:cNvPr id="275" name="field-arrow-7-1">
            <a:extLst xmlns:a="http://schemas.openxmlformats.org/drawingml/2006/main">
              <a:ext uri="{FF2B5EF4-FFF2-40B4-BE49-F238E27FC236}">
                <a16:creationId xmlns:a16="http://schemas.microsoft.com/office/drawing/2014/main" id="{C8292346-20F9-4D6F-A183-8A0CE2110A21}"/>
              </a:ext>
            </a:extLst>
          </p:cNvPr>
          <p:cNvSpPr>
            <a:spLocks xmlns:a="http://schemas.openxmlformats.org/drawingml/2006/main" noGrp="1"/>
          </p:cNvSpPr>
          <p:nvPr/>
        </p:nvSpPr>
        <p:spPr>
          <a:xfrm xmlns:a="http://schemas.openxmlformats.org/drawingml/2006/main">
            <a:off x="7591425" y="6520706"/>
            <a:ext cx="180975" cy="13444"/>
          </a:xfrm>
          <a:custGeom xmlns:a="http://schemas.openxmlformats.org/drawingml/2006/main">
            <a:pathLst>
              <a:path w="180975" h="13444">
                <a:moveTo>
                  <a:pt x="0" y="13444"/>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76" name="field-arrow-7-1--arrow">
            <a:extLst xmlns:a="http://schemas.openxmlformats.org/drawingml/2006/main">
              <a:ext uri="{FF2B5EF4-FFF2-40B4-BE49-F238E27FC236}">
                <a16:creationId xmlns:a16="http://schemas.microsoft.com/office/drawing/2014/main" id="{EAD52A5A-D139-40DC-8CA6-AE0D82565680}"/>
              </a:ext>
            </a:extLst>
          </p:cNvPr>
          <p:cNvSpPr>
            <a:spLocks xmlns:a="http://schemas.openxmlformats.org/drawingml/2006/main" noGrp="1"/>
          </p:cNvSpPr>
          <p:nvPr/>
        </p:nvSpPr>
        <p:spPr>
          <a:xfrm xmlns:a="http://schemas.openxmlformats.org/drawingml/2006/main">
            <a:off x="7662615" y="6482863"/>
            <a:ext cx="109785" cy="91493"/>
          </a:xfrm>
          <a:custGeom xmlns:a="http://schemas.openxmlformats.org/drawingml/2006/main">
            <a:pathLst>
              <a:path w="109785" h="91493">
                <a:moveTo>
                  <a:pt x="109785" y="37843"/>
                </a:moveTo>
                <a:lnTo>
                  <a:pt x="0" y="0"/>
                </a:lnTo>
                <a:lnTo>
                  <a:pt x="6797" y="91493"/>
                </a:lnTo>
                <a:close/>
              </a:path>
            </a:pathLst>
          </a:custGeom>
          <a:solidFill xmlns:a="http://schemas.openxmlformats.org/drawingml/2006/main">
            <a:srgbClr val="A8B6C9"/>
          </a:solidFill>
          <a:ln xmlns:a="http://schemas.openxmlformats.org/drawingml/2006/main" w="0">
            <a:noFill/>
            <a:prstDash val="solid"/>
          </a:ln>
        </p:spPr>
      </p:sp>
      <p:sp>
        <p:nvSpPr>
          <p:cNvPr id="277" name="field-arrow-7-2">
            <a:extLst xmlns:a="http://schemas.openxmlformats.org/drawingml/2006/main">
              <a:ext uri="{FF2B5EF4-FFF2-40B4-BE49-F238E27FC236}">
                <a16:creationId xmlns:a16="http://schemas.microsoft.com/office/drawing/2014/main" id="{1287FFC5-70A4-4634-9D1B-498E29C17563}"/>
              </a:ext>
            </a:extLst>
          </p:cNvPr>
          <p:cNvSpPr>
            <a:spLocks xmlns:a="http://schemas.openxmlformats.org/drawingml/2006/main" noGrp="1"/>
          </p:cNvSpPr>
          <p:nvPr/>
        </p:nvSpPr>
        <p:spPr>
          <a:xfrm xmlns:a="http://schemas.openxmlformats.org/drawingml/2006/main">
            <a:off x="7591425" y="6975547"/>
            <a:ext cx="180975" cy="15803"/>
          </a:xfrm>
          <a:custGeom xmlns:a="http://schemas.openxmlformats.org/drawingml/2006/main">
            <a:pathLst>
              <a:path w="180975" h="15803">
                <a:moveTo>
                  <a:pt x="0" y="15803"/>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78" name="field-arrow-7-2--arrow">
            <a:extLst xmlns:a="http://schemas.openxmlformats.org/drawingml/2006/main">
              <a:ext uri="{FF2B5EF4-FFF2-40B4-BE49-F238E27FC236}">
                <a16:creationId xmlns:a16="http://schemas.microsoft.com/office/drawing/2014/main" id="{DA9BAD72-8EE1-4391-A0B3-3BA2F1BDE734}"/>
              </a:ext>
            </a:extLst>
          </p:cNvPr>
          <p:cNvSpPr>
            <a:spLocks xmlns:a="http://schemas.openxmlformats.org/drawingml/2006/main" noGrp="1"/>
          </p:cNvSpPr>
          <p:nvPr/>
        </p:nvSpPr>
        <p:spPr>
          <a:xfrm xmlns:a="http://schemas.openxmlformats.org/drawingml/2006/main">
            <a:off x="7662134" y="6939129"/>
            <a:ext cx="110266" cy="91397"/>
          </a:xfrm>
          <a:custGeom xmlns:a="http://schemas.openxmlformats.org/drawingml/2006/main">
            <a:pathLst>
              <a:path w="110266" h="91397">
                <a:moveTo>
                  <a:pt x="110266" y="36418"/>
                </a:moveTo>
                <a:lnTo>
                  <a:pt x="0" y="0"/>
                </a:lnTo>
                <a:lnTo>
                  <a:pt x="7981" y="91397"/>
                </a:lnTo>
                <a:close/>
              </a:path>
            </a:pathLst>
          </a:custGeom>
          <a:solidFill xmlns:a="http://schemas.openxmlformats.org/drawingml/2006/main">
            <a:srgbClr val="A8B6C9"/>
          </a:solidFill>
          <a:ln xmlns:a="http://schemas.openxmlformats.org/drawingml/2006/main" w="0">
            <a:noFill/>
            <a:prstDash val="solid"/>
          </a:ln>
        </p:spPr>
      </p:sp>
      <p:sp>
        <p:nvSpPr>
          <p:cNvPr id="279" name="field-arrow-7-3">
            <a:extLst xmlns:a="http://schemas.openxmlformats.org/drawingml/2006/main">
              <a:ext uri="{FF2B5EF4-FFF2-40B4-BE49-F238E27FC236}">
                <a16:creationId xmlns:a16="http://schemas.microsoft.com/office/drawing/2014/main" id="{9285BAEF-D3C0-4A9D-BEA6-C9B29D37A6E3}"/>
              </a:ext>
            </a:extLst>
          </p:cNvPr>
          <p:cNvSpPr>
            <a:spLocks xmlns:a="http://schemas.openxmlformats.org/drawingml/2006/main" noGrp="1"/>
          </p:cNvSpPr>
          <p:nvPr/>
        </p:nvSpPr>
        <p:spPr>
          <a:xfrm xmlns:a="http://schemas.openxmlformats.org/drawingml/2006/main">
            <a:off x="7591425" y="7430388"/>
            <a:ext cx="180975" cy="18162"/>
          </a:xfrm>
          <a:custGeom xmlns:a="http://schemas.openxmlformats.org/drawingml/2006/main">
            <a:pathLst>
              <a:path w="180975" h="18162">
                <a:moveTo>
                  <a:pt x="0" y="18162"/>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80" name="field-arrow-7-3--arrow">
            <a:extLst xmlns:a="http://schemas.openxmlformats.org/drawingml/2006/main">
              <a:ext uri="{FF2B5EF4-FFF2-40B4-BE49-F238E27FC236}">
                <a16:creationId xmlns:a16="http://schemas.microsoft.com/office/drawing/2014/main" id="{70E8098B-826F-4509-BE72-482EC1B06EC1}"/>
              </a:ext>
            </a:extLst>
          </p:cNvPr>
          <p:cNvSpPr>
            <a:spLocks xmlns:a="http://schemas.openxmlformats.org/drawingml/2006/main" noGrp="1"/>
          </p:cNvSpPr>
          <p:nvPr/>
        </p:nvSpPr>
        <p:spPr>
          <a:xfrm xmlns:a="http://schemas.openxmlformats.org/drawingml/2006/main">
            <a:off x="7661673" y="7395397"/>
            <a:ext cx="110727" cy="91286"/>
          </a:xfrm>
          <a:custGeom xmlns:a="http://schemas.openxmlformats.org/drawingml/2006/main">
            <a:pathLst>
              <a:path w="110727" h="91286">
                <a:moveTo>
                  <a:pt x="110727" y="34990"/>
                </a:moveTo>
                <a:lnTo>
                  <a:pt x="0" y="0"/>
                </a:lnTo>
                <a:lnTo>
                  <a:pt x="9161" y="91286"/>
                </a:lnTo>
                <a:close/>
              </a:path>
            </a:pathLst>
          </a:custGeom>
          <a:solidFill xmlns:a="http://schemas.openxmlformats.org/drawingml/2006/main">
            <a:srgbClr val="A8B6C9"/>
          </a:solidFill>
          <a:ln xmlns:a="http://schemas.openxmlformats.org/drawingml/2006/main" w="0">
            <a:noFill/>
            <a:prstDash val="solid"/>
          </a:ln>
        </p:spPr>
      </p:sp>
      <p:sp>
        <p:nvSpPr>
          <p:cNvPr id="281" name="field-arrow-8-0">
            <a:extLst xmlns:a="http://schemas.openxmlformats.org/drawingml/2006/main">
              <a:ext uri="{FF2B5EF4-FFF2-40B4-BE49-F238E27FC236}">
                <a16:creationId xmlns:a16="http://schemas.microsoft.com/office/drawing/2014/main" id="{A09F46D7-AB0C-460A-9361-C71B0D87B69E}"/>
              </a:ext>
            </a:extLst>
          </p:cNvPr>
          <p:cNvSpPr>
            <a:spLocks xmlns:a="http://schemas.openxmlformats.org/drawingml/2006/main" noGrp="1"/>
          </p:cNvSpPr>
          <p:nvPr/>
        </p:nvSpPr>
        <p:spPr>
          <a:xfrm xmlns:a="http://schemas.openxmlformats.org/drawingml/2006/main">
            <a:off x="8172450" y="6075034"/>
            <a:ext cx="180975" cy="1916"/>
          </a:xfrm>
          <a:custGeom xmlns:a="http://schemas.openxmlformats.org/drawingml/2006/main">
            <a:pathLst>
              <a:path w="180975" h="1916">
                <a:moveTo>
                  <a:pt x="0" y="1916"/>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82" name="field-arrow-8-0--arrow">
            <a:extLst xmlns:a="http://schemas.openxmlformats.org/drawingml/2006/main">
              <a:ext uri="{FF2B5EF4-FFF2-40B4-BE49-F238E27FC236}">
                <a16:creationId xmlns:a16="http://schemas.microsoft.com/office/drawing/2014/main" id="{F6782886-61DC-4933-80E6-B9000B5A71F8}"/>
              </a:ext>
            </a:extLst>
          </p:cNvPr>
          <p:cNvSpPr>
            <a:spLocks xmlns:a="http://schemas.openxmlformats.org/drawingml/2006/main" noGrp="1"/>
          </p:cNvSpPr>
          <p:nvPr/>
        </p:nvSpPr>
        <p:spPr>
          <a:xfrm xmlns:a="http://schemas.openxmlformats.org/drawingml/2006/main">
            <a:off x="8246265" y="6030294"/>
            <a:ext cx="107160" cy="91740"/>
          </a:xfrm>
          <a:custGeom xmlns:a="http://schemas.openxmlformats.org/drawingml/2006/main">
            <a:pathLst>
              <a:path w="107160" h="91740">
                <a:moveTo>
                  <a:pt x="107160" y="44740"/>
                </a:moveTo>
                <a:lnTo>
                  <a:pt x="0" y="0"/>
                </a:lnTo>
                <a:lnTo>
                  <a:pt x="971" y="91740"/>
                </a:lnTo>
                <a:close/>
              </a:path>
            </a:pathLst>
          </a:custGeom>
          <a:solidFill xmlns:a="http://schemas.openxmlformats.org/drawingml/2006/main">
            <a:srgbClr val="A8B6C9"/>
          </a:solidFill>
          <a:ln xmlns:a="http://schemas.openxmlformats.org/drawingml/2006/main" w="0">
            <a:noFill/>
            <a:prstDash val="solid"/>
          </a:ln>
        </p:spPr>
      </p:sp>
      <p:sp>
        <p:nvSpPr>
          <p:cNvPr id="283" name="field-arrow-8-1">
            <a:extLst xmlns:a="http://schemas.openxmlformats.org/drawingml/2006/main">
              <a:ext uri="{FF2B5EF4-FFF2-40B4-BE49-F238E27FC236}">
                <a16:creationId xmlns:a16="http://schemas.microsoft.com/office/drawing/2014/main" id="{B33DE8C9-3873-4B03-A843-D4E1DF209803}"/>
              </a:ext>
            </a:extLst>
          </p:cNvPr>
          <p:cNvSpPr>
            <a:spLocks xmlns:a="http://schemas.openxmlformats.org/drawingml/2006/main" noGrp="1"/>
          </p:cNvSpPr>
          <p:nvPr/>
        </p:nvSpPr>
        <p:spPr>
          <a:xfrm xmlns:a="http://schemas.openxmlformats.org/drawingml/2006/main">
            <a:off x="8172450" y="6528053"/>
            <a:ext cx="180975" cy="6097"/>
          </a:xfrm>
          <a:custGeom xmlns:a="http://schemas.openxmlformats.org/drawingml/2006/main">
            <a:pathLst>
              <a:path w="180975" h="6097">
                <a:moveTo>
                  <a:pt x="0" y="6097"/>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84" name="field-arrow-8-1--arrow">
            <a:extLst xmlns:a="http://schemas.openxmlformats.org/drawingml/2006/main">
              <a:ext uri="{FF2B5EF4-FFF2-40B4-BE49-F238E27FC236}">
                <a16:creationId xmlns:a16="http://schemas.microsoft.com/office/drawing/2014/main" id="{0FE872F4-EE4B-4F51-9885-38495E257D75}"/>
              </a:ext>
            </a:extLst>
          </p:cNvPr>
          <p:cNvSpPr>
            <a:spLocks xmlns:a="http://schemas.openxmlformats.org/drawingml/2006/main" noGrp="1"/>
          </p:cNvSpPr>
          <p:nvPr/>
        </p:nvSpPr>
        <p:spPr>
          <a:xfrm xmlns:a="http://schemas.openxmlformats.org/drawingml/2006/main">
            <a:off x="8245261" y="6485798"/>
            <a:ext cx="108164" cy="91693"/>
          </a:xfrm>
          <a:custGeom xmlns:a="http://schemas.openxmlformats.org/drawingml/2006/main">
            <a:pathLst>
              <a:path w="108164" h="91693">
                <a:moveTo>
                  <a:pt x="108164" y="42254"/>
                </a:moveTo>
                <a:lnTo>
                  <a:pt x="0" y="0"/>
                </a:lnTo>
                <a:lnTo>
                  <a:pt x="3089" y="91693"/>
                </a:lnTo>
                <a:close/>
              </a:path>
            </a:pathLst>
          </a:custGeom>
          <a:solidFill xmlns:a="http://schemas.openxmlformats.org/drawingml/2006/main">
            <a:srgbClr val="A8B6C9"/>
          </a:solidFill>
          <a:ln xmlns:a="http://schemas.openxmlformats.org/drawingml/2006/main" w="0">
            <a:noFill/>
            <a:prstDash val="solid"/>
          </a:ln>
        </p:spPr>
      </p:sp>
      <p:sp>
        <p:nvSpPr>
          <p:cNvPr id="285" name="field-arrow-8-2">
            <a:extLst xmlns:a="http://schemas.openxmlformats.org/drawingml/2006/main">
              <a:ext uri="{FF2B5EF4-FFF2-40B4-BE49-F238E27FC236}">
                <a16:creationId xmlns:a16="http://schemas.microsoft.com/office/drawing/2014/main" id="{A22F08A4-C810-4607-AD19-20EABFAADE72}"/>
              </a:ext>
            </a:extLst>
          </p:cNvPr>
          <p:cNvSpPr>
            <a:spLocks xmlns:a="http://schemas.openxmlformats.org/drawingml/2006/main" noGrp="1"/>
          </p:cNvSpPr>
          <p:nvPr/>
        </p:nvSpPr>
        <p:spPr>
          <a:xfrm xmlns:a="http://schemas.openxmlformats.org/drawingml/2006/main">
            <a:off x="8172450" y="6981071"/>
            <a:ext cx="180975" cy="10279"/>
          </a:xfrm>
          <a:custGeom xmlns:a="http://schemas.openxmlformats.org/drawingml/2006/main">
            <a:pathLst>
              <a:path w="180975" h="10279">
                <a:moveTo>
                  <a:pt x="0" y="10279"/>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86" name="field-arrow-8-2--arrow">
            <a:extLst xmlns:a="http://schemas.openxmlformats.org/drawingml/2006/main">
              <a:ext uri="{FF2B5EF4-FFF2-40B4-BE49-F238E27FC236}">
                <a16:creationId xmlns:a16="http://schemas.microsoft.com/office/drawing/2014/main" id="{4D9D86E3-3067-4694-AB18-ECB27EC47370}"/>
              </a:ext>
            </a:extLst>
          </p:cNvPr>
          <p:cNvSpPr>
            <a:spLocks xmlns:a="http://schemas.openxmlformats.org/drawingml/2006/main" noGrp="1"/>
          </p:cNvSpPr>
          <p:nvPr/>
        </p:nvSpPr>
        <p:spPr>
          <a:xfrm xmlns:a="http://schemas.openxmlformats.org/drawingml/2006/main">
            <a:off x="8244315" y="6941322"/>
            <a:ext cx="109110" cy="91597"/>
          </a:xfrm>
          <a:custGeom xmlns:a="http://schemas.openxmlformats.org/drawingml/2006/main">
            <a:pathLst>
              <a:path w="109110" h="91597">
                <a:moveTo>
                  <a:pt x="109110" y="39749"/>
                </a:moveTo>
                <a:lnTo>
                  <a:pt x="0" y="0"/>
                </a:lnTo>
                <a:lnTo>
                  <a:pt x="5202" y="91597"/>
                </a:lnTo>
                <a:close/>
              </a:path>
            </a:pathLst>
          </a:custGeom>
          <a:solidFill xmlns:a="http://schemas.openxmlformats.org/drawingml/2006/main">
            <a:srgbClr val="A8B6C9"/>
          </a:solidFill>
          <a:ln xmlns:a="http://schemas.openxmlformats.org/drawingml/2006/main" w="0">
            <a:noFill/>
            <a:prstDash val="solid"/>
          </a:ln>
        </p:spPr>
      </p:sp>
      <p:sp>
        <p:nvSpPr>
          <p:cNvPr id="287" name="field-arrow-8-3">
            <a:extLst xmlns:a="http://schemas.openxmlformats.org/drawingml/2006/main">
              <a:ext uri="{FF2B5EF4-FFF2-40B4-BE49-F238E27FC236}">
                <a16:creationId xmlns:a16="http://schemas.microsoft.com/office/drawing/2014/main" id="{C5B4249A-50CC-4238-9688-7A272D0FE211}"/>
              </a:ext>
            </a:extLst>
          </p:cNvPr>
          <p:cNvSpPr>
            <a:spLocks xmlns:a="http://schemas.openxmlformats.org/drawingml/2006/main" noGrp="1"/>
          </p:cNvSpPr>
          <p:nvPr/>
        </p:nvSpPr>
        <p:spPr>
          <a:xfrm xmlns:a="http://schemas.openxmlformats.org/drawingml/2006/main">
            <a:off x="8172450" y="7434090"/>
            <a:ext cx="180975" cy="14460"/>
          </a:xfrm>
          <a:custGeom xmlns:a="http://schemas.openxmlformats.org/drawingml/2006/main">
            <a:pathLst>
              <a:path w="180975" h="14460">
                <a:moveTo>
                  <a:pt x="0" y="14460"/>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88" name="field-arrow-8-3--arrow">
            <a:extLst xmlns:a="http://schemas.openxmlformats.org/drawingml/2006/main">
              <a:ext uri="{FF2B5EF4-FFF2-40B4-BE49-F238E27FC236}">
                <a16:creationId xmlns:a16="http://schemas.microsoft.com/office/drawing/2014/main" id="{2C19F637-0D0A-4341-9073-B5C2775F280B}"/>
              </a:ext>
            </a:extLst>
          </p:cNvPr>
          <p:cNvSpPr>
            <a:spLocks xmlns:a="http://schemas.openxmlformats.org/drawingml/2006/main" noGrp="1"/>
          </p:cNvSpPr>
          <p:nvPr/>
        </p:nvSpPr>
        <p:spPr>
          <a:xfrm xmlns:a="http://schemas.openxmlformats.org/drawingml/2006/main">
            <a:off x="8243430" y="7396860"/>
            <a:ext cx="109995" cy="91453"/>
          </a:xfrm>
          <a:custGeom xmlns:a="http://schemas.openxmlformats.org/drawingml/2006/main">
            <a:pathLst>
              <a:path w="109995" h="91453">
                <a:moveTo>
                  <a:pt x="109995" y="37230"/>
                </a:moveTo>
                <a:lnTo>
                  <a:pt x="0" y="0"/>
                </a:lnTo>
                <a:lnTo>
                  <a:pt x="7307" y="91453"/>
                </a:lnTo>
                <a:close/>
              </a:path>
            </a:pathLst>
          </a:custGeom>
          <a:solidFill xmlns:a="http://schemas.openxmlformats.org/drawingml/2006/main">
            <a:srgbClr val="A8B6C9"/>
          </a:solidFill>
          <a:ln xmlns:a="http://schemas.openxmlformats.org/drawingml/2006/main" w="0">
            <a:noFill/>
            <a:prstDash val="solid"/>
          </a:ln>
        </p:spPr>
      </p:sp>
      <p:sp>
        <p:nvSpPr>
          <p:cNvPr id="289" name="field-arrow-9-0">
            <a:extLst xmlns:a="http://schemas.openxmlformats.org/drawingml/2006/main">
              <a:ext uri="{FF2B5EF4-FFF2-40B4-BE49-F238E27FC236}">
                <a16:creationId xmlns:a16="http://schemas.microsoft.com/office/drawing/2014/main" id="{51F4D703-845F-4CBD-8BBA-308874211346}"/>
              </a:ext>
            </a:extLst>
          </p:cNvPr>
          <p:cNvSpPr>
            <a:spLocks xmlns:a="http://schemas.openxmlformats.org/drawingml/2006/main" noGrp="1"/>
          </p:cNvSpPr>
          <p:nvPr/>
        </p:nvSpPr>
        <p:spPr>
          <a:xfrm xmlns:a="http://schemas.openxmlformats.org/drawingml/2006/main">
            <a:off x="8753475" y="6076950"/>
            <a:ext cx="180975" cy="8837"/>
          </a:xfrm>
          <a:custGeom xmlns:a="http://schemas.openxmlformats.org/drawingml/2006/main">
            <a:pathLst>
              <a:path w="180975" h="8837">
                <a:moveTo>
                  <a:pt x="0" y="0"/>
                </a:moveTo>
                <a:lnTo>
                  <a:pt x="180975" y="8837"/>
                </a:lnTo>
              </a:path>
            </a:pathLst>
          </a:custGeom>
          <a:noFill xmlns:a="http://schemas.openxmlformats.org/drawingml/2006/main"/>
          <a:ln xmlns:a="http://schemas.openxmlformats.org/drawingml/2006/main" w="11430">
            <a:solidFill>
              <a:srgbClr val="A8B6C9"/>
            </a:solidFill>
            <a:prstDash val="solid"/>
          </a:ln>
        </p:spPr>
      </p:sp>
      <p:sp>
        <p:nvSpPr>
          <p:cNvPr id="290" name="field-arrow-9-0--arrow">
            <a:extLst xmlns:a="http://schemas.openxmlformats.org/drawingml/2006/main">
              <a:ext uri="{FF2B5EF4-FFF2-40B4-BE49-F238E27FC236}">
                <a16:creationId xmlns:a16="http://schemas.microsoft.com/office/drawing/2014/main" id="{63899E1D-55A1-4338-A608-7DFFC914944E}"/>
              </a:ext>
            </a:extLst>
          </p:cNvPr>
          <p:cNvSpPr>
            <a:spLocks xmlns:a="http://schemas.openxmlformats.org/drawingml/2006/main" noGrp="1"/>
          </p:cNvSpPr>
          <p:nvPr/>
        </p:nvSpPr>
        <p:spPr>
          <a:xfrm xmlns:a="http://schemas.openxmlformats.org/drawingml/2006/main">
            <a:off x="8825660" y="6034766"/>
            <a:ext cx="108790" cy="91636"/>
          </a:xfrm>
          <a:custGeom xmlns:a="http://schemas.openxmlformats.org/drawingml/2006/main">
            <a:pathLst>
              <a:path w="108790" h="91636">
                <a:moveTo>
                  <a:pt x="108790" y="51021"/>
                </a:moveTo>
                <a:lnTo>
                  <a:pt x="4475" y="0"/>
                </a:lnTo>
                <a:lnTo>
                  <a:pt x="0" y="91636"/>
                </a:lnTo>
                <a:close/>
              </a:path>
            </a:pathLst>
          </a:custGeom>
          <a:solidFill xmlns:a="http://schemas.openxmlformats.org/drawingml/2006/main">
            <a:srgbClr val="A8B6C9"/>
          </a:solidFill>
          <a:ln xmlns:a="http://schemas.openxmlformats.org/drawingml/2006/main" w="0">
            <a:noFill/>
            <a:prstDash val="solid"/>
          </a:ln>
        </p:spPr>
      </p:sp>
      <p:sp>
        <p:nvSpPr>
          <p:cNvPr id="291" name="field-arrow-9-1">
            <a:extLst xmlns:a="http://schemas.openxmlformats.org/drawingml/2006/main">
              <a:ext uri="{FF2B5EF4-FFF2-40B4-BE49-F238E27FC236}">
                <a16:creationId xmlns:a16="http://schemas.microsoft.com/office/drawing/2014/main" id="{C7EBB625-0505-4781-A6AF-BF1EFE69A3F9}"/>
              </a:ext>
            </a:extLst>
          </p:cNvPr>
          <p:cNvSpPr>
            <a:spLocks xmlns:a="http://schemas.openxmlformats.org/drawingml/2006/main" noGrp="1"/>
          </p:cNvSpPr>
          <p:nvPr/>
        </p:nvSpPr>
        <p:spPr>
          <a:xfrm xmlns:a="http://schemas.openxmlformats.org/drawingml/2006/main">
            <a:off x="8753475" y="6534150"/>
            <a:ext cx="180975" cy="3089"/>
          </a:xfrm>
          <a:custGeom xmlns:a="http://schemas.openxmlformats.org/drawingml/2006/main">
            <a:pathLst>
              <a:path w="180975" h="3089">
                <a:moveTo>
                  <a:pt x="0" y="0"/>
                </a:moveTo>
                <a:lnTo>
                  <a:pt x="180975" y="3089"/>
                </a:lnTo>
              </a:path>
            </a:pathLst>
          </a:custGeom>
          <a:noFill xmlns:a="http://schemas.openxmlformats.org/drawingml/2006/main"/>
          <a:ln xmlns:a="http://schemas.openxmlformats.org/drawingml/2006/main" w="11430">
            <a:solidFill>
              <a:srgbClr val="A8B6C9"/>
            </a:solidFill>
            <a:prstDash val="solid"/>
          </a:ln>
        </p:spPr>
      </p:sp>
      <p:sp>
        <p:nvSpPr>
          <p:cNvPr id="292" name="field-arrow-9-1--arrow">
            <a:extLst xmlns:a="http://schemas.openxmlformats.org/drawingml/2006/main">
              <a:ext uri="{FF2B5EF4-FFF2-40B4-BE49-F238E27FC236}">
                <a16:creationId xmlns:a16="http://schemas.microsoft.com/office/drawing/2014/main" id="{05BE0881-21D8-4F82-9B80-A4001D9F1285}"/>
              </a:ext>
            </a:extLst>
          </p:cNvPr>
          <p:cNvSpPr>
            <a:spLocks xmlns:a="http://schemas.openxmlformats.org/drawingml/2006/main" noGrp="1"/>
          </p:cNvSpPr>
          <p:nvPr/>
        </p:nvSpPr>
        <p:spPr>
          <a:xfrm xmlns:a="http://schemas.openxmlformats.org/drawingml/2006/main">
            <a:off x="8827003" y="6489553"/>
            <a:ext cx="107447" cy="91731"/>
          </a:xfrm>
          <a:custGeom xmlns:a="http://schemas.openxmlformats.org/drawingml/2006/main">
            <a:pathLst>
              <a:path w="107447" h="91731">
                <a:moveTo>
                  <a:pt x="107447" y="47686"/>
                </a:moveTo>
                <a:lnTo>
                  <a:pt x="1566" y="0"/>
                </a:lnTo>
                <a:lnTo>
                  <a:pt x="0" y="91731"/>
                </a:lnTo>
                <a:close/>
              </a:path>
            </a:pathLst>
          </a:custGeom>
          <a:solidFill xmlns:a="http://schemas.openxmlformats.org/drawingml/2006/main">
            <a:srgbClr val="A8B6C9"/>
          </a:solidFill>
          <a:ln xmlns:a="http://schemas.openxmlformats.org/drawingml/2006/main" w="0">
            <a:noFill/>
            <a:prstDash val="solid"/>
          </a:ln>
        </p:spPr>
      </p:sp>
      <p:sp>
        <p:nvSpPr>
          <p:cNvPr id="293" name="field-arrow-9-2">
            <a:extLst xmlns:a="http://schemas.openxmlformats.org/drawingml/2006/main">
              <a:ext uri="{FF2B5EF4-FFF2-40B4-BE49-F238E27FC236}">
                <a16:creationId xmlns:a16="http://schemas.microsoft.com/office/drawing/2014/main" id="{2D28B44A-88AD-4ED0-B595-F9977DBEF14B}"/>
              </a:ext>
            </a:extLst>
          </p:cNvPr>
          <p:cNvSpPr>
            <a:spLocks xmlns:a="http://schemas.openxmlformats.org/drawingml/2006/main" noGrp="1"/>
          </p:cNvSpPr>
          <p:nvPr/>
        </p:nvSpPr>
        <p:spPr>
          <a:xfrm xmlns:a="http://schemas.openxmlformats.org/drawingml/2006/main">
            <a:off x="8753475" y="6988691"/>
            <a:ext cx="180975" cy="2659"/>
          </a:xfrm>
          <a:custGeom xmlns:a="http://schemas.openxmlformats.org/drawingml/2006/main">
            <a:pathLst>
              <a:path w="180975" h="2659">
                <a:moveTo>
                  <a:pt x="0" y="2659"/>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94" name="field-arrow-9-2--arrow">
            <a:extLst xmlns:a="http://schemas.openxmlformats.org/drawingml/2006/main">
              <a:ext uri="{FF2B5EF4-FFF2-40B4-BE49-F238E27FC236}">
                <a16:creationId xmlns:a16="http://schemas.microsoft.com/office/drawing/2014/main" id="{7404E078-6C85-41A1-8777-9B372FC2B17D}"/>
              </a:ext>
            </a:extLst>
          </p:cNvPr>
          <p:cNvSpPr>
            <a:spLocks xmlns:a="http://schemas.openxmlformats.org/drawingml/2006/main" noGrp="1"/>
          </p:cNvSpPr>
          <p:nvPr/>
        </p:nvSpPr>
        <p:spPr>
          <a:xfrm xmlns:a="http://schemas.openxmlformats.org/drawingml/2006/main">
            <a:off x="8827107" y="6944391"/>
            <a:ext cx="107343" cy="91735"/>
          </a:xfrm>
          <a:custGeom xmlns:a="http://schemas.openxmlformats.org/drawingml/2006/main">
            <a:pathLst>
              <a:path w="107343" h="91735">
                <a:moveTo>
                  <a:pt x="107343" y="44300"/>
                </a:moveTo>
                <a:lnTo>
                  <a:pt x="0" y="0"/>
                </a:lnTo>
                <a:lnTo>
                  <a:pt x="1348" y="91735"/>
                </a:lnTo>
                <a:close/>
              </a:path>
            </a:pathLst>
          </a:custGeom>
          <a:solidFill xmlns:a="http://schemas.openxmlformats.org/drawingml/2006/main">
            <a:srgbClr val="A8B6C9"/>
          </a:solidFill>
          <a:ln xmlns:a="http://schemas.openxmlformats.org/drawingml/2006/main" w="0">
            <a:noFill/>
            <a:prstDash val="solid"/>
          </a:ln>
        </p:spPr>
      </p:sp>
      <p:sp>
        <p:nvSpPr>
          <p:cNvPr id="295" name="field-arrow-9-3">
            <a:extLst xmlns:a="http://schemas.openxmlformats.org/drawingml/2006/main">
              <a:ext uri="{FF2B5EF4-FFF2-40B4-BE49-F238E27FC236}">
                <a16:creationId xmlns:a16="http://schemas.microsoft.com/office/drawing/2014/main" id="{C72521F3-18E0-4970-8C89-E72DCAA9A2DC}"/>
              </a:ext>
            </a:extLst>
          </p:cNvPr>
          <p:cNvSpPr>
            <a:spLocks xmlns:a="http://schemas.openxmlformats.org/drawingml/2006/main" noGrp="1"/>
          </p:cNvSpPr>
          <p:nvPr/>
        </p:nvSpPr>
        <p:spPr>
          <a:xfrm xmlns:a="http://schemas.openxmlformats.org/drawingml/2006/main">
            <a:off x="8753475" y="7440142"/>
            <a:ext cx="180975" cy="8408"/>
          </a:xfrm>
          <a:custGeom xmlns:a="http://schemas.openxmlformats.org/drawingml/2006/main">
            <a:pathLst>
              <a:path w="180975" h="8408">
                <a:moveTo>
                  <a:pt x="0" y="8408"/>
                </a:moveTo>
                <a:lnTo>
                  <a:pt x="180975" y="0"/>
                </a:lnTo>
              </a:path>
            </a:pathLst>
          </a:custGeom>
          <a:noFill xmlns:a="http://schemas.openxmlformats.org/drawingml/2006/main"/>
          <a:ln xmlns:a="http://schemas.openxmlformats.org/drawingml/2006/main" w="11430">
            <a:solidFill>
              <a:srgbClr val="A8B6C9"/>
            </a:solidFill>
            <a:prstDash val="solid"/>
          </a:ln>
        </p:spPr>
      </p:sp>
      <p:sp>
        <p:nvSpPr>
          <p:cNvPr id="296" name="field-arrow-9-3--arrow">
            <a:extLst xmlns:a="http://schemas.openxmlformats.org/drawingml/2006/main">
              <a:ext uri="{FF2B5EF4-FFF2-40B4-BE49-F238E27FC236}">
                <a16:creationId xmlns:a16="http://schemas.microsoft.com/office/drawing/2014/main" id="{6382AFB1-7D29-4263-8A91-C5EC8AE58AAF}"/>
              </a:ext>
            </a:extLst>
          </p:cNvPr>
          <p:cNvSpPr>
            <a:spLocks xmlns:a="http://schemas.openxmlformats.org/drawingml/2006/main" noGrp="1"/>
          </p:cNvSpPr>
          <p:nvPr/>
        </p:nvSpPr>
        <p:spPr>
          <a:xfrm xmlns:a="http://schemas.openxmlformats.org/drawingml/2006/main">
            <a:off x="8825756" y="7399270"/>
            <a:ext cx="108694" cy="91646"/>
          </a:xfrm>
          <a:custGeom xmlns:a="http://schemas.openxmlformats.org/drawingml/2006/main">
            <a:pathLst>
              <a:path w="108694" h="91646">
                <a:moveTo>
                  <a:pt x="108694" y="40872"/>
                </a:moveTo>
                <a:lnTo>
                  <a:pt x="0" y="0"/>
                </a:lnTo>
                <a:lnTo>
                  <a:pt x="4258" y="91646"/>
                </a:lnTo>
                <a:close/>
              </a:path>
            </a:pathLst>
          </a:custGeom>
          <a:solidFill xmlns:a="http://schemas.openxmlformats.org/drawingml/2006/main">
            <a:srgbClr val="A8B6C9"/>
          </a:solidFill>
          <a:ln xmlns:a="http://schemas.openxmlformats.org/drawingml/2006/main" w="0">
            <a:noFill/>
            <a:prstDash val="solid"/>
          </a:ln>
        </p:spPr>
      </p:sp>
      <p:sp>
        <p:nvSpPr>
          <p:cNvPr id="297" name="field-arrow-10-0">
            <a:extLst xmlns:a="http://schemas.openxmlformats.org/drawingml/2006/main">
              <a:ext uri="{FF2B5EF4-FFF2-40B4-BE49-F238E27FC236}">
                <a16:creationId xmlns:a16="http://schemas.microsoft.com/office/drawing/2014/main" id="{5F60EAC2-D4DE-4E67-B460-5412F90B78E3}"/>
              </a:ext>
            </a:extLst>
          </p:cNvPr>
          <p:cNvSpPr>
            <a:spLocks xmlns:a="http://schemas.openxmlformats.org/drawingml/2006/main" noGrp="1"/>
          </p:cNvSpPr>
          <p:nvPr/>
        </p:nvSpPr>
        <p:spPr>
          <a:xfrm xmlns:a="http://schemas.openxmlformats.org/drawingml/2006/main">
            <a:off x="9334500" y="6076950"/>
            <a:ext cx="180975" cy="19013"/>
          </a:xfrm>
          <a:custGeom xmlns:a="http://schemas.openxmlformats.org/drawingml/2006/main">
            <a:pathLst>
              <a:path w="180975" h="19013">
                <a:moveTo>
                  <a:pt x="0" y="0"/>
                </a:moveTo>
                <a:lnTo>
                  <a:pt x="180975" y="19013"/>
                </a:lnTo>
              </a:path>
            </a:pathLst>
          </a:custGeom>
          <a:noFill xmlns:a="http://schemas.openxmlformats.org/drawingml/2006/main"/>
          <a:ln xmlns:a="http://schemas.openxmlformats.org/drawingml/2006/main" w="11430">
            <a:solidFill>
              <a:srgbClr val="A8B6C9"/>
            </a:solidFill>
            <a:prstDash val="solid"/>
          </a:ln>
        </p:spPr>
      </p:sp>
      <p:sp>
        <p:nvSpPr>
          <p:cNvPr id="298" name="field-arrow-10-0--arrow">
            <a:extLst xmlns:a="http://schemas.openxmlformats.org/drawingml/2006/main">
              <a:ext uri="{FF2B5EF4-FFF2-40B4-BE49-F238E27FC236}">
                <a16:creationId xmlns:a16="http://schemas.microsoft.com/office/drawing/2014/main" id="{7947C1B4-25F2-4425-88AC-4E517EFEC010}"/>
              </a:ext>
            </a:extLst>
          </p:cNvPr>
          <p:cNvSpPr>
            <a:spLocks xmlns:a="http://schemas.openxmlformats.org/drawingml/2006/main" noGrp="1"/>
          </p:cNvSpPr>
          <p:nvPr/>
        </p:nvSpPr>
        <p:spPr>
          <a:xfrm xmlns:a="http://schemas.openxmlformats.org/drawingml/2006/main">
            <a:off x="9404586" y="6039195"/>
            <a:ext cx="110889" cy="91243"/>
          </a:xfrm>
          <a:custGeom xmlns:a="http://schemas.openxmlformats.org/drawingml/2006/main">
            <a:pathLst>
              <a:path w="110889" h="91243">
                <a:moveTo>
                  <a:pt x="110889" y="56767"/>
                </a:moveTo>
                <a:lnTo>
                  <a:pt x="9586" y="0"/>
                </a:lnTo>
                <a:lnTo>
                  <a:pt x="0" y="91243"/>
                </a:lnTo>
                <a:close/>
              </a:path>
            </a:pathLst>
          </a:custGeom>
          <a:solidFill xmlns:a="http://schemas.openxmlformats.org/drawingml/2006/main">
            <a:srgbClr val="A8B6C9"/>
          </a:solidFill>
          <a:ln xmlns:a="http://schemas.openxmlformats.org/drawingml/2006/main" w="0">
            <a:noFill/>
            <a:prstDash val="solid"/>
          </a:ln>
        </p:spPr>
      </p:sp>
      <p:sp>
        <p:nvSpPr>
          <p:cNvPr id="299" name="field-arrow-10-1">
            <a:extLst xmlns:a="http://schemas.openxmlformats.org/drawingml/2006/main">
              <a:ext uri="{FF2B5EF4-FFF2-40B4-BE49-F238E27FC236}">
                <a16:creationId xmlns:a16="http://schemas.microsoft.com/office/drawing/2014/main" id="{B4C242C3-CFB0-4D2E-95F1-04A796D2551C}"/>
              </a:ext>
            </a:extLst>
          </p:cNvPr>
          <p:cNvSpPr>
            <a:spLocks xmlns:a="http://schemas.openxmlformats.org/drawingml/2006/main" noGrp="1"/>
          </p:cNvSpPr>
          <p:nvPr/>
        </p:nvSpPr>
        <p:spPr>
          <a:xfrm xmlns:a="http://schemas.openxmlformats.org/drawingml/2006/main">
            <a:off x="9334500" y="6534150"/>
            <a:ext cx="180975" cy="12048"/>
          </a:xfrm>
          <a:custGeom xmlns:a="http://schemas.openxmlformats.org/drawingml/2006/main">
            <a:pathLst>
              <a:path w="180975" h="12048">
                <a:moveTo>
                  <a:pt x="0" y="0"/>
                </a:moveTo>
                <a:lnTo>
                  <a:pt x="180975" y="12048"/>
                </a:lnTo>
              </a:path>
            </a:pathLst>
          </a:custGeom>
          <a:noFill xmlns:a="http://schemas.openxmlformats.org/drawingml/2006/main"/>
          <a:ln xmlns:a="http://schemas.openxmlformats.org/drawingml/2006/main" w="11430">
            <a:solidFill>
              <a:srgbClr val="A8B6C9"/>
            </a:solidFill>
            <a:prstDash val="solid"/>
          </a:ln>
        </p:spPr>
      </p:sp>
      <p:sp>
        <p:nvSpPr>
          <p:cNvPr id="300" name="field-arrow-10-1--arrow">
            <a:extLst xmlns:a="http://schemas.openxmlformats.org/drawingml/2006/main">
              <a:ext uri="{FF2B5EF4-FFF2-40B4-BE49-F238E27FC236}">
                <a16:creationId xmlns:a16="http://schemas.microsoft.com/office/drawing/2014/main" id="{1E872142-D8A3-4135-B436-60822264D886}"/>
              </a:ext>
            </a:extLst>
          </p:cNvPr>
          <p:cNvSpPr>
            <a:spLocks xmlns:a="http://schemas.openxmlformats.org/drawingml/2006/main" noGrp="1"/>
          </p:cNvSpPr>
          <p:nvPr/>
        </p:nvSpPr>
        <p:spPr>
          <a:xfrm xmlns:a="http://schemas.openxmlformats.org/drawingml/2006/main">
            <a:off x="9405984" y="6493341"/>
            <a:ext cx="109491" cy="91542"/>
          </a:xfrm>
          <a:custGeom xmlns:a="http://schemas.openxmlformats.org/drawingml/2006/main">
            <a:pathLst>
              <a:path w="109491" h="91542">
                <a:moveTo>
                  <a:pt x="109491" y="52857"/>
                </a:moveTo>
                <a:lnTo>
                  <a:pt x="6094" y="0"/>
                </a:lnTo>
                <a:lnTo>
                  <a:pt x="0" y="91542"/>
                </a:lnTo>
                <a:close/>
              </a:path>
            </a:pathLst>
          </a:custGeom>
          <a:solidFill xmlns:a="http://schemas.openxmlformats.org/drawingml/2006/main">
            <a:srgbClr val="A8B6C9"/>
          </a:solidFill>
          <a:ln xmlns:a="http://schemas.openxmlformats.org/drawingml/2006/main" w="0">
            <a:noFill/>
            <a:prstDash val="solid"/>
          </a:ln>
        </p:spPr>
      </p:sp>
      <p:sp>
        <p:nvSpPr>
          <p:cNvPr id="301" name="field-arrow-10-2">
            <a:extLst xmlns:a="http://schemas.openxmlformats.org/drawingml/2006/main">
              <a:ext uri="{FF2B5EF4-FFF2-40B4-BE49-F238E27FC236}">
                <a16:creationId xmlns:a16="http://schemas.microsoft.com/office/drawing/2014/main" id="{DC45FBED-10F0-4E70-B404-15F06B2FD5E5}"/>
              </a:ext>
            </a:extLst>
          </p:cNvPr>
          <p:cNvSpPr>
            <a:spLocks xmlns:a="http://schemas.openxmlformats.org/drawingml/2006/main" noGrp="1"/>
          </p:cNvSpPr>
          <p:nvPr/>
        </p:nvSpPr>
        <p:spPr>
          <a:xfrm xmlns:a="http://schemas.openxmlformats.org/drawingml/2006/main">
            <a:off x="9334500" y="6991350"/>
            <a:ext cx="180975" cy="5083"/>
          </a:xfrm>
          <a:custGeom xmlns:a="http://schemas.openxmlformats.org/drawingml/2006/main">
            <a:pathLst>
              <a:path w="180975" h="5083">
                <a:moveTo>
                  <a:pt x="0" y="0"/>
                </a:moveTo>
                <a:lnTo>
                  <a:pt x="180975" y="5083"/>
                </a:lnTo>
              </a:path>
            </a:pathLst>
          </a:custGeom>
          <a:noFill xmlns:a="http://schemas.openxmlformats.org/drawingml/2006/main"/>
          <a:ln xmlns:a="http://schemas.openxmlformats.org/drawingml/2006/main" w="11430">
            <a:solidFill>
              <a:srgbClr val="A8B6C9"/>
            </a:solidFill>
            <a:prstDash val="solid"/>
          </a:ln>
        </p:spPr>
      </p:sp>
      <p:sp>
        <p:nvSpPr>
          <p:cNvPr id="302" name="field-arrow-10-2--arrow">
            <a:extLst xmlns:a="http://schemas.openxmlformats.org/drawingml/2006/main">
              <a:ext uri="{FF2B5EF4-FFF2-40B4-BE49-F238E27FC236}">
                <a16:creationId xmlns:a16="http://schemas.microsoft.com/office/drawing/2014/main" id="{65B58AD3-3C0C-43FA-BEE2-3D4EEBEFADF1}"/>
              </a:ext>
            </a:extLst>
          </p:cNvPr>
          <p:cNvSpPr>
            <a:spLocks xmlns:a="http://schemas.openxmlformats.org/drawingml/2006/main" noGrp="1"/>
          </p:cNvSpPr>
          <p:nvPr/>
        </p:nvSpPr>
        <p:spPr>
          <a:xfrm xmlns:a="http://schemas.openxmlformats.org/drawingml/2006/main">
            <a:off x="9407549" y="6947584"/>
            <a:ext cx="107926" cy="91709"/>
          </a:xfrm>
          <a:custGeom xmlns:a="http://schemas.openxmlformats.org/drawingml/2006/main">
            <a:pathLst>
              <a:path w="107926" h="91709">
                <a:moveTo>
                  <a:pt x="107926" y="48850"/>
                </a:moveTo>
                <a:lnTo>
                  <a:pt x="2576" y="0"/>
                </a:lnTo>
                <a:lnTo>
                  <a:pt x="0" y="91709"/>
                </a:lnTo>
                <a:close/>
              </a:path>
            </a:pathLst>
          </a:custGeom>
          <a:solidFill xmlns:a="http://schemas.openxmlformats.org/drawingml/2006/main">
            <a:srgbClr val="A8B6C9"/>
          </a:solidFill>
          <a:ln xmlns:a="http://schemas.openxmlformats.org/drawingml/2006/main" w="0">
            <a:noFill/>
            <a:prstDash val="solid"/>
          </a:ln>
        </p:spPr>
      </p:sp>
      <p:sp>
        <p:nvSpPr>
          <p:cNvPr id="303" name="field-arrow-10-3">
            <a:extLst xmlns:a="http://schemas.openxmlformats.org/drawingml/2006/main">
              <a:ext uri="{FF2B5EF4-FFF2-40B4-BE49-F238E27FC236}">
                <a16:creationId xmlns:a16="http://schemas.microsoft.com/office/drawing/2014/main" id="{4D62945F-B883-4BF9-8451-6ABF4AD02712}"/>
              </a:ext>
            </a:extLst>
          </p:cNvPr>
          <p:cNvSpPr>
            <a:spLocks xmlns:a="http://schemas.openxmlformats.org/drawingml/2006/main" noGrp="1"/>
          </p:cNvSpPr>
          <p:nvPr/>
        </p:nvSpPr>
        <p:spPr>
          <a:xfrm xmlns:a="http://schemas.openxmlformats.org/drawingml/2006/main">
            <a:off x="9334500" y="7446669"/>
            <a:ext cx="180975" cy="1881"/>
          </a:xfrm>
          <a:custGeom xmlns:a="http://schemas.openxmlformats.org/drawingml/2006/main">
            <a:pathLst>
              <a:path w="180975" h="1881">
                <a:moveTo>
                  <a:pt x="0" y="1881"/>
                </a:moveTo>
                <a:lnTo>
                  <a:pt x="180975" y="0"/>
                </a:lnTo>
              </a:path>
            </a:pathLst>
          </a:custGeom>
          <a:noFill xmlns:a="http://schemas.openxmlformats.org/drawingml/2006/main"/>
          <a:ln xmlns:a="http://schemas.openxmlformats.org/drawingml/2006/main" w="11430">
            <a:solidFill>
              <a:srgbClr val="A8B6C9"/>
            </a:solidFill>
            <a:prstDash val="solid"/>
          </a:ln>
        </p:spPr>
      </p:sp>
      <p:sp>
        <p:nvSpPr>
          <p:cNvPr id="304" name="field-arrow-10-3--arrow">
            <a:extLst xmlns:a="http://schemas.openxmlformats.org/drawingml/2006/main">
              <a:ext uri="{FF2B5EF4-FFF2-40B4-BE49-F238E27FC236}">
                <a16:creationId xmlns:a16="http://schemas.microsoft.com/office/drawing/2014/main" id="{C22A83DB-9136-4FCF-9CDB-6C25030AEA99}"/>
              </a:ext>
            </a:extLst>
          </p:cNvPr>
          <p:cNvSpPr>
            <a:spLocks xmlns:a="http://schemas.openxmlformats.org/drawingml/2006/main" noGrp="1"/>
          </p:cNvSpPr>
          <p:nvPr/>
        </p:nvSpPr>
        <p:spPr>
          <a:xfrm xmlns:a="http://schemas.openxmlformats.org/drawingml/2006/main">
            <a:off x="9408324" y="7401908"/>
            <a:ext cx="107151" cy="91740"/>
          </a:xfrm>
          <a:custGeom xmlns:a="http://schemas.openxmlformats.org/drawingml/2006/main">
            <a:pathLst>
              <a:path w="107151" h="91740">
                <a:moveTo>
                  <a:pt x="107151" y="44761"/>
                </a:moveTo>
                <a:lnTo>
                  <a:pt x="0" y="0"/>
                </a:lnTo>
                <a:lnTo>
                  <a:pt x="954" y="91740"/>
                </a:lnTo>
                <a:close/>
              </a:path>
            </a:pathLst>
          </a:custGeom>
          <a:solidFill xmlns:a="http://schemas.openxmlformats.org/drawingml/2006/main">
            <a:srgbClr val="A8B6C9"/>
          </a:solidFill>
          <a:ln xmlns:a="http://schemas.openxmlformats.org/drawingml/2006/main" w="0">
            <a:noFill/>
            <a:prstDash val="solid"/>
          </a:ln>
        </p:spPr>
      </p:sp>
      <p:sp>
        <p:nvSpPr>
          <p:cNvPr id="305" name="field-arrow-11-0">
            <a:extLst xmlns:a="http://schemas.openxmlformats.org/drawingml/2006/main">
              <a:ext uri="{FF2B5EF4-FFF2-40B4-BE49-F238E27FC236}">
                <a16:creationId xmlns:a16="http://schemas.microsoft.com/office/drawing/2014/main" id="{326D20CB-D5FE-465B-A387-F2A4E114DA7A}"/>
              </a:ext>
            </a:extLst>
          </p:cNvPr>
          <p:cNvSpPr>
            <a:spLocks xmlns:a="http://schemas.openxmlformats.org/drawingml/2006/main" noGrp="1"/>
          </p:cNvSpPr>
          <p:nvPr/>
        </p:nvSpPr>
        <p:spPr>
          <a:xfrm xmlns:a="http://schemas.openxmlformats.org/drawingml/2006/main">
            <a:off x="9915525" y="6076950"/>
            <a:ext cx="180975" cy="26493"/>
          </a:xfrm>
          <a:custGeom xmlns:a="http://schemas.openxmlformats.org/drawingml/2006/main">
            <a:pathLst>
              <a:path w="180975" h="26493">
                <a:moveTo>
                  <a:pt x="0" y="0"/>
                </a:moveTo>
                <a:lnTo>
                  <a:pt x="180975" y="26493"/>
                </a:lnTo>
              </a:path>
            </a:pathLst>
          </a:custGeom>
          <a:noFill xmlns:a="http://schemas.openxmlformats.org/drawingml/2006/main"/>
          <a:ln xmlns:a="http://schemas.openxmlformats.org/drawingml/2006/main" w="11430">
            <a:solidFill>
              <a:srgbClr val="A8B6C9"/>
            </a:solidFill>
            <a:prstDash val="solid"/>
          </a:ln>
        </p:spPr>
      </p:sp>
      <p:sp>
        <p:nvSpPr>
          <p:cNvPr id="306" name="field-arrow-11-0--arrow">
            <a:extLst xmlns:a="http://schemas.openxmlformats.org/drawingml/2006/main">
              <a:ext uri="{FF2B5EF4-FFF2-40B4-BE49-F238E27FC236}">
                <a16:creationId xmlns:a16="http://schemas.microsoft.com/office/drawing/2014/main" id="{91D037DF-992D-400E-829D-544DE06BD9BE}"/>
              </a:ext>
            </a:extLst>
          </p:cNvPr>
          <p:cNvSpPr>
            <a:spLocks xmlns:a="http://schemas.openxmlformats.org/drawingml/2006/main" noGrp="1"/>
          </p:cNvSpPr>
          <p:nvPr/>
        </p:nvSpPr>
        <p:spPr>
          <a:xfrm xmlns:a="http://schemas.openxmlformats.org/drawingml/2006/main">
            <a:off x="9984301" y="6042602"/>
            <a:ext cx="112199" cy="90777"/>
          </a:xfrm>
          <a:custGeom xmlns:a="http://schemas.openxmlformats.org/drawingml/2006/main">
            <a:pathLst>
              <a:path w="112199" h="90777">
                <a:moveTo>
                  <a:pt x="112199" y="60841"/>
                </a:moveTo>
                <a:lnTo>
                  <a:pt x="13289" y="0"/>
                </a:lnTo>
                <a:lnTo>
                  <a:pt x="0" y="90777"/>
                </a:lnTo>
                <a:close/>
              </a:path>
            </a:pathLst>
          </a:custGeom>
          <a:solidFill xmlns:a="http://schemas.openxmlformats.org/drawingml/2006/main">
            <a:srgbClr val="A8B6C9"/>
          </a:solidFill>
          <a:ln xmlns:a="http://schemas.openxmlformats.org/drawingml/2006/main" w="0">
            <a:noFill/>
            <a:prstDash val="solid"/>
          </a:ln>
        </p:spPr>
      </p:sp>
      <p:sp>
        <p:nvSpPr>
          <p:cNvPr id="307" name="field-arrow-11-1">
            <a:extLst xmlns:a="http://schemas.openxmlformats.org/drawingml/2006/main">
              <a:ext uri="{FF2B5EF4-FFF2-40B4-BE49-F238E27FC236}">
                <a16:creationId xmlns:a16="http://schemas.microsoft.com/office/drawing/2014/main" id="{7F7BDD56-2882-4D1E-8C68-1CC7346D5261}"/>
              </a:ext>
            </a:extLst>
          </p:cNvPr>
          <p:cNvSpPr>
            <a:spLocks xmlns:a="http://schemas.openxmlformats.org/drawingml/2006/main" noGrp="1"/>
          </p:cNvSpPr>
          <p:nvPr/>
        </p:nvSpPr>
        <p:spPr>
          <a:xfrm xmlns:a="http://schemas.openxmlformats.org/drawingml/2006/main">
            <a:off x="9915525" y="6534150"/>
            <a:ext cx="180975" cy="18737"/>
          </a:xfrm>
          <a:custGeom xmlns:a="http://schemas.openxmlformats.org/drawingml/2006/main">
            <a:pathLst>
              <a:path w="180975" h="18737">
                <a:moveTo>
                  <a:pt x="0" y="0"/>
                </a:moveTo>
                <a:lnTo>
                  <a:pt x="180975" y="18737"/>
                </a:lnTo>
              </a:path>
            </a:pathLst>
          </a:custGeom>
          <a:noFill xmlns:a="http://schemas.openxmlformats.org/drawingml/2006/main"/>
          <a:ln xmlns:a="http://schemas.openxmlformats.org/drawingml/2006/main" w="11430">
            <a:solidFill>
              <a:srgbClr val="A8B6C9"/>
            </a:solidFill>
            <a:prstDash val="solid"/>
          </a:ln>
        </p:spPr>
      </p:sp>
      <p:sp>
        <p:nvSpPr>
          <p:cNvPr id="308" name="field-arrow-11-1--arrow">
            <a:extLst xmlns:a="http://schemas.openxmlformats.org/drawingml/2006/main">
              <a:ext uri="{FF2B5EF4-FFF2-40B4-BE49-F238E27FC236}">
                <a16:creationId xmlns:a16="http://schemas.microsoft.com/office/drawing/2014/main" id="{CF618D6E-8F95-446B-B41E-EF4AFD94F1DE}"/>
              </a:ext>
            </a:extLst>
          </p:cNvPr>
          <p:cNvSpPr>
            <a:spLocks xmlns:a="http://schemas.openxmlformats.org/drawingml/2006/main" noGrp="1"/>
          </p:cNvSpPr>
          <p:nvPr/>
        </p:nvSpPr>
        <p:spPr>
          <a:xfrm xmlns:a="http://schemas.openxmlformats.org/drawingml/2006/main">
            <a:off x="9985663" y="6496272"/>
            <a:ext cx="110837" cy="91257"/>
          </a:xfrm>
          <a:custGeom xmlns:a="http://schemas.openxmlformats.org/drawingml/2006/main">
            <a:pathLst>
              <a:path w="110837" h="91257">
                <a:moveTo>
                  <a:pt x="110837" y="56615"/>
                </a:moveTo>
                <a:lnTo>
                  <a:pt x="9448" y="0"/>
                </a:lnTo>
                <a:lnTo>
                  <a:pt x="0" y="91257"/>
                </a:lnTo>
                <a:close/>
              </a:path>
            </a:pathLst>
          </a:custGeom>
          <a:solidFill xmlns:a="http://schemas.openxmlformats.org/drawingml/2006/main">
            <a:srgbClr val="A8B6C9"/>
          </a:solidFill>
          <a:ln xmlns:a="http://schemas.openxmlformats.org/drawingml/2006/main" w="0">
            <a:noFill/>
            <a:prstDash val="solid"/>
          </a:ln>
        </p:spPr>
      </p:sp>
      <p:sp>
        <p:nvSpPr>
          <p:cNvPr id="309" name="field-arrow-11-2">
            <a:extLst xmlns:a="http://schemas.openxmlformats.org/drawingml/2006/main">
              <a:ext uri="{FF2B5EF4-FFF2-40B4-BE49-F238E27FC236}">
                <a16:creationId xmlns:a16="http://schemas.microsoft.com/office/drawing/2014/main" id="{F852A9A3-F0B2-4464-9865-DF00A9416184}"/>
              </a:ext>
            </a:extLst>
          </p:cNvPr>
          <p:cNvSpPr>
            <a:spLocks xmlns:a="http://schemas.openxmlformats.org/drawingml/2006/main" noGrp="1"/>
          </p:cNvSpPr>
          <p:nvPr/>
        </p:nvSpPr>
        <p:spPr>
          <a:xfrm xmlns:a="http://schemas.openxmlformats.org/drawingml/2006/main">
            <a:off x="9915525" y="6991350"/>
            <a:ext cx="180975" cy="10981"/>
          </a:xfrm>
          <a:custGeom xmlns:a="http://schemas.openxmlformats.org/drawingml/2006/main">
            <a:pathLst>
              <a:path w="180975" h="10981">
                <a:moveTo>
                  <a:pt x="0" y="0"/>
                </a:moveTo>
                <a:lnTo>
                  <a:pt x="180975" y="10981"/>
                </a:lnTo>
              </a:path>
            </a:pathLst>
          </a:custGeom>
          <a:noFill xmlns:a="http://schemas.openxmlformats.org/drawingml/2006/main"/>
          <a:ln xmlns:a="http://schemas.openxmlformats.org/drawingml/2006/main" w="11430">
            <a:solidFill>
              <a:srgbClr val="A8B6C9"/>
            </a:solidFill>
            <a:prstDash val="solid"/>
          </a:ln>
        </p:spPr>
      </p:sp>
      <p:sp>
        <p:nvSpPr>
          <p:cNvPr id="310" name="field-arrow-11-2--arrow">
            <a:extLst xmlns:a="http://schemas.openxmlformats.org/drawingml/2006/main">
              <a:ext uri="{FF2B5EF4-FFF2-40B4-BE49-F238E27FC236}">
                <a16:creationId xmlns:a16="http://schemas.microsoft.com/office/drawing/2014/main" id="{893653DF-74FB-45FE-A754-60D7A923D951}"/>
              </a:ext>
            </a:extLst>
          </p:cNvPr>
          <p:cNvSpPr>
            <a:spLocks xmlns:a="http://schemas.openxmlformats.org/drawingml/2006/main" noGrp="1"/>
          </p:cNvSpPr>
          <p:nvPr/>
        </p:nvSpPr>
        <p:spPr>
          <a:xfrm xmlns:a="http://schemas.openxmlformats.org/drawingml/2006/main">
            <a:off x="9987238" y="6950082"/>
            <a:ext cx="109262" cy="91576"/>
          </a:xfrm>
          <a:custGeom xmlns:a="http://schemas.openxmlformats.org/drawingml/2006/main">
            <a:pathLst>
              <a:path w="109262" h="91576">
                <a:moveTo>
                  <a:pt x="109262" y="52249"/>
                </a:moveTo>
                <a:lnTo>
                  <a:pt x="5556" y="0"/>
                </a:lnTo>
                <a:lnTo>
                  <a:pt x="0" y="91576"/>
                </a:lnTo>
                <a:close/>
              </a:path>
            </a:pathLst>
          </a:custGeom>
          <a:solidFill xmlns:a="http://schemas.openxmlformats.org/drawingml/2006/main">
            <a:srgbClr val="A8B6C9"/>
          </a:solidFill>
          <a:ln xmlns:a="http://schemas.openxmlformats.org/drawingml/2006/main" w="0">
            <a:noFill/>
            <a:prstDash val="solid"/>
          </a:ln>
        </p:spPr>
      </p:sp>
      <p:sp>
        <p:nvSpPr>
          <p:cNvPr id="311" name="field-arrow-11-3">
            <a:extLst xmlns:a="http://schemas.openxmlformats.org/drawingml/2006/main">
              <a:ext uri="{FF2B5EF4-FFF2-40B4-BE49-F238E27FC236}">
                <a16:creationId xmlns:a16="http://schemas.microsoft.com/office/drawing/2014/main" id="{15EF30FB-BD1D-4E78-A635-8FE7EDBE71CE}"/>
              </a:ext>
            </a:extLst>
          </p:cNvPr>
          <p:cNvSpPr>
            <a:spLocks xmlns:a="http://schemas.openxmlformats.org/drawingml/2006/main" noGrp="1"/>
          </p:cNvSpPr>
          <p:nvPr/>
        </p:nvSpPr>
        <p:spPr>
          <a:xfrm xmlns:a="http://schemas.openxmlformats.org/drawingml/2006/main">
            <a:off x="9915525" y="7448550"/>
            <a:ext cx="180975" cy="3225"/>
          </a:xfrm>
          <a:custGeom xmlns:a="http://schemas.openxmlformats.org/drawingml/2006/main">
            <a:pathLst>
              <a:path w="180975" h="3225">
                <a:moveTo>
                  <a:pt x="0" y="0"/>
                </a:moveTo>
                <a:lnTo>
                  <a:pt x="180975" y="3225"/>
                </a:lnTo>
              </a:path>
            </a:pathLst>
          </a:custGeom>
          <a:noFill xmlns:a="http://schemas.openxmlformats.org/drawingml/2006/main"/>
          <a:ln xmlns:a="http://schemas.openxmlformats.org/drawingml/2006/main" w="11430">
            <a:solidFill>
              <a:srgbClr val="A8B6C9"/>
            </a:solidFill>
            <a:prstDash val="solid"/>
          </a:ln>
        </p:spPr>
      </p:sp>
      <p:sp>
        <p:nvSpPr>
          <p:cNvPr id="312" name="field-arrow-11-3--arrow">
            <a:extLst xmlns:a="http://schemas.openxmlformats.org/drawingml/2006/main">
              <a:ext uri="{FF2B5EF4-FFF2-40B4-BE49-F238E27FC236}">
                <a16:creationId xmlns:a16="http://schemas.microsoft.com/office/drawing/2014/main" id="{95985D78-3B63-4A35-9E07-4CFE07199D88}"/>
              </a:ext>
            </a:extLst>
          </p:cNvPr>
          <p:cNvSpPr>
            <a:spLocks xmlns:a="http://schemas.openxmlformats.org/drawingml/2006/main" noGrp="1"/>
          </p:cNvSpPr>
          <p:nvPr/>
        </p:nvSpPr>
        <p:spPr>
          <a:xfrm xmlns:a="http://schemas.openxmlformats.org/drawingml/2006/main">
            <a:off x="9989020" y="7404009"/>
            <a:ext cx="107480" cy="91730"/>
          </a:xfrm>
          <a:custGeom xmlns:a="http://schemas.openxmlformats.org/drawingml/2006/main">
            <a:pathLst>
              <a:path w="107480" h="91730">
                <a:moveTo>
                  <a:pt x="107480" y="47766"/>
                </a:moveTo>
                <a:lnTo>
                  <a:pt x="1634" y="0"/>
                </a:lnTo>
                <a:lnTo>
                  <a:pt x="0" y="91730"/>
                </a:lnTo>
                <a:close/>
              </a:path>
            </a:pathLst>
          </a:custGeom>
          <a:solidFill xmlns:a="http://schemas.openxmlformats.org/drawingml/2006/main">
            <a:srgbClr val="A8B6C9"/>
          </a:solidFill>
          <a:ln xmlns:a="http://schemas.openxmlformats.org/drawingml/2006/main" w="0">
            <a:noFill/>
            <a:prstDash val="solid"/>
          </a:ln>
        </p:spPr>
      </p:sp>
      <p:sp>
        <p:nvSpPr>
          <p:cNvPr id="313" name="integration-equation">
            <a:extLst xmlns:a="http://schemas.openxmlformats.org/drawingml/2006/main">
              <a:ext uri="{FF2B5EF4-FFF2-40B4-BE49-F238E27FC236}">
                <a16:creationId xmlns:a16="http://schemas.microsoft.com/office/drawing/2014/main" id="{00855713-1A64-4587-B10C-E8E77352BA74}"/>
              </a:ext>
            </a:extLst>
          </p:cNvPr>
          <p:cNvSpPr>
            <a:spLocks xmlns:a="http://schemas.openxmlformats.org/drawingml/2006/main" noGrp="1"/>
          </p:cNvSpPr>
          <p:nvPr/>
        </p:nvSpPr>
        <p:spPr>
          <a:xfrm xmlns:a="http://schemas.openxmlformats.org/drawingml/2006/main">
            <a:off x="4686300" y="5429250"/>
            <a:ext cx="63817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7968B0"/>
                </a:solidFill>
                <a:latin typeface="Arial"/>
                <a:ea typeface="Arial"/>
                <a:cs typeface="Arial"/>
              </a:defRPr>
            </a:pPr>
            <a:r>
              <a:rPr sz="2100" b="1" i="0">
                <a:solidFill>
                  <a:srgbClr val="7968B0"/>
                </a:solidFill>
                <a:latin typeface="Arial"/>
                <a:ea typeface="Arial"/>
                <a:cs typeface="Arial"/>
              </a:rPr>
              <a:t>dxₜ / dt = vθ(xₜ, t, c)</a:t>
            </a:r>
          </a:p>
        </p:txBody>
      </p:sp>
      <p:sp>
        <p:nvSpPr>
          <p:cNvPr id="314" name="learned-parameter-label">
            <a:extLst xmlns:a="http://schemas.openxmlformats.org/drawingml/2006/main">
              <a:ext uri="{FF2B5EF4-FFF2-40B4-BE49-F238E27FC236}">
                <a16:creationId xmlns:a16="http://schemas.microsoft.com/office/drawing/2014/main" id="{9C755DB6-5BB4-4AD1-A970-56E52ADF0BF4}"/>
              </a:ext>
            </a:extLst>
          </p:cNvPr>
          <p:cNvSpPr>
            <a:spLocks xmlns:a="http://schemas.openxmlformats.org/drawingml/2006/main" noGrp="1"/>
          </p:cNvSpPr>
          <p:nvPr/>
        </p:nvSpPr>
        <p:spPr>
          <a:xfrm xmlns:a="http://schemas.openxmlformats.org/drawingml/2006/main">
            <a:off x="9915525" y="54006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i="0">
                <a:solidFill>
                  <a:srgbClr val="67758C"/>
                </a:solidFill>
                <a:latin typeface="Arial"/>
                <a:ea typeface="Arial"/>
                <a:cs typeface="Arial"/>
              </a:defRPr>
            </a:pPr>
            <a:r>
              <a:rPr sz="1500" b="0" i="0">
                <a:solidFill>
                  <a:srgbClr val="67758C"/>
                </a:solidFill>
                <a:latin typeface="Arial"/>
                <a:ea typeface="Arial"/>
                <a:cs typeface="Arial"/>
              </a:rPr>
              <a:t>learned θ</a:t>
            </a:r>
          </a:p>
        </p:txBody>
      </p:sp>
      <p:sp>
        <p:nvSpPr>
          <p:cNvPr id="315" name="parameter-transfer">
            <a:extLst xmlns:a="http://schemas.openxmlformats.org/drawingml/2006/main">
              <a:ext uri="{FF2B5EF4-FFF2-40B4-BE49-F238E27FC236}">
                <a16:creationId xmlns:a16="http://schemas.microsoft.com/office/drawing/2014/main" id="{41AB6B35-7E30-492E-8AB7-6B70D083E175}"/>
              </a:ext>
            </a:extLst>
          </p:cNvPr>
          <p:cNvSpPr>
            <a:spLocks xmlns:a="http://schemas.openxmlformats.org/drawingml/2006/main" noGrp="1"/>
          </p:cNvSpPr>
          <p:nvPr/>
        </p:nvSpPr>
        <p:spPr>
          <a:xfrm xmlns:a="http://schemas.openxmlformats.org/drawingml/2006/main">
            <a:off x="9734550" y="3800475"/>
            <a:ext cx="95" cy="2076450"/>
          </a:xfrm>
          <a:custGeom xmlns:a="http://schemas.openxmlformats.org/drawingml/2006/main">
            <a:pathLst>
              <a:path w="95" h="2076450">
                <a:moveTo>
                  <a:pt x="0" y="0"/>
                </a:moveTo>
                <a:lnTo>
                  <a:pt x="0" y="2076450"/>
                </a:lnTo>
              </a:path>
            </a:pathLst>
          </a:custGeom>
          <a:noFill xmlns:a="http://schemas.openxmlformats.org/drawingml/2006/main"/>
          <a:ln xmlns:a="http://schemas.openxmlformats.org/drawingml/2006/main" w="16193">
            <a:solidFill>
              <a:srgbClr val="67758C"/>
            </a:solidFill>
            <a:prstDash val="dash"/>
          </a:ln>
        </p:spPr>
      </p:sp>
      <p:sp>
        <p:nvSpPr>
          <p:cNvPr id="316" name="parameter-transfer--arrow">
            <a:extLst xmlns:a="http://schemas.openxmlformats.org/drawingml/2006/main">
              <a:ext uri="{FF2B5EF4-FFF2-40B4-BE49-F238E27FC236}">
                <a16:creationId xmlns:a16="http://schemas.microsoft.com/office/drawing/2014/main" id="{E45E8F90-CC82-41F3-8192-925048D1824A}"/>
              </a:ext>
            </a:extLst>
          </p:cNvPr>
          <p:cNvSpPr>
            <a:spLocks xmlns:a="http://schemas.openxmlformats.org/drawingml/2006/main" noGrp="1"/>
          </p:cNvSpPr>
          <p:nvPr/>
        </p:nvSpPr>
        <p:spPr>
          <a:xfrm xmlns:a="http://schemas.openxmlformats.org/drawingml/2006/main">
            <a:off x="9686630" y="5765483"/>
            <a:ext cx="95841" cy="111443"/>
          </a:xfrm>
          <a:custGeom xmlns:a="http://schemas.openxmlformats.org/drawingml/2006/main">
            <a:pathLst>
              <a:path w="95841" h="111443">
                <a:moveTo>
                  <a:pt x="47920" y="111443"/>
                </a:moveTo>
                <a:lnTo>
                  <a:pt x="95841" y="0"/>
                </a:lnTo>
                <a:lnTo>
                  <a:pt x="0" y="0"/>
                </a:lnTo>
                <a:close/>
              </a:path>
            </a:pathLst>
          </a:custGeom>
          <a:solidFill xmlns:a="http://schemas.openxmlformats.org/drawingml/2006/main">
            <a:srgbClr val="67758C"/>
          </a:solidFill>
          <a:ln xmlns:a="http://schemas.openxmlformats.org/drawingml/2006/main" w="0">
            <a:noFill/>
            <a:prstDash val="solid"/>
          </a:ln>
        </p:spPr>
      </p:sp>
      <p:sp>
        <p:nvSpPr>
          <p:cNvPr id="317" name="generation-condition">
            <a:extLst xmlns:a="http://schemas.openxmlformats.org/drawingml/2006/main">
              <a:ext uri="{FF2B5EF4-FFF2-40B4-BE49-F238E27FC236}">
                <a16:creationId xmlns:a16="http://schemas.microsoft.com/office/drawing/2014/main" id="{1C20D229-EC15-4703-8C45-AD933FB62549}"/>
              </a:ext>
            </a:extLst>
          </p:cNvPr>
          <p:cNvSpPr>
            <a:spLocks xmlns:a="http://schemas.openxmlformats.org/drawingml/2006/main" noGrp="1"/>
          </p:cNvSpPr>
          <p:nvPr/>
        </p:nvSpPr>
        <p:spPr>
          <a:xfrm xmlns:a="http://schemas.openxmlformats.org/drawingml/2006/main">
            <a:off x="3028950" y="5429250"/>
            <a:ext cx="180975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i="0">
                <a:solidFill>
                  <a:srgbClr val="67758C"/>
                </a:solidFill>
                <a:latin typeface="Arial"/>
                <a:ea typeface="Arial"/>
                <a:cs typeface="Arial"/>
              </a:defRPr>
            </a:pPr>
            <a:r>
              <a:rPr sz="1725" b="0" i="0">
                <a:solidFill>
                  <a:srgbClr val="67758C"/>
                </a:solidFill>
                <a:latin typeface="Arial"/>
                <a:ea typeface="Arial"/>
                <a:cs typeface="Arial"/>
              </a:rPr>
              <a:t>Condition c</a:t>
            </a:r>
          </a:p>
        </p:txBody>
      </p:sp>
      <p:sp>
        <p:nvSpPr>
          <p:cNvPr id="318" name="generation-condition-input">
            <a:extLst xmlns:a="http://schemas.openxmlformats.org/drawingml/2006/main">
              <a:ext uri="{FF2B5EF4-FFF2-40B4-BE49-F238E27FC236}">
                <a16:creationId xmlns:a16="http://schemas.microsoft.com/office/drawing/2014/main" id="{99765FAB-CBFC-4A6C-BD5C-29DB5F90A56E}"/>
              </a:ext>
            </a:extLst>
          </p:cNvPr>
          <p:cNvSpPr>
            <a:spLocks xmlns:a="http://schemas.openxmlformats.org/drawingml/2006/main" noGrp="1"/>
          </p:cNvSpPr>
          <p:nvPr/>
        </p:nvSpPr>
        <p:spPr>
          <a:xfrm xmlns:a="http://schemas.openxmlformats.org/drawingml/2006/main">
            <a:off x="3810000" y="5753100"/>
            <a:ext cx="95" cy="123825"/>
          </a:xfrm>
          <a:custGeom xmlns:a="http://schemas.openxmlformats.org/drawingml/2006/main">
            <a:pathLst>
              <a:path w="95" h="123825">
                <a:moveTo>
                  <a:pt x="0" y="0"/>
                </a:moveTo>
                <a:lnTo>
                  <a:pt x="0" y="123825"/>
                </a:lnTo>
              </a:path>
            </a:pathLst>
          </a:custGeom>
          <a:noFill xmlns:a="http://schemas.openxmlformats.org/drawingml/2006/main"/>
          <a:ln xmlns:a="http://schemas.openxmlformats.org/drawingml/2006/main" w="17145">
            <a:solidFill>
              <a:srgbClr val="67758C"/>
            </a:solidFill>
            <a:prstDash val="dash"/>
          </a:ln>
        </p:spPr>
      </p:sp>
      <p:sp>
        <p:nvSpPr>
          <p:cNvPr id="319" name="generation-condition-input--arrow">
            <a:extLst xmlns:a="http://schemas.openxmlformats.org/drawingml/2006/main">
              <a:ext uri="{FF2B5EF4-FFF2-40B4-BE49-F238E27FC236}">
                <a16:creationId xmlns:a16="http://schemas.microsoft.com/office/drawing/2014/main" id="{92396E93-2230-4667-9239-9B2902E99182}"/>
              </a:ext>
            </a:extLst>
          </p:cNvPr>
          <p:cNvSpPr>
            <a:spLocks xmlns:a="http://schemas.openxmlformats.org/drawingml/2006/main" noGrp="1"/>
          </p:cNvSpPr>
          <p:nvPr/>
        </p:nvSpPr>
        <p:spPr>
          <a:xfrm xmlns:a="http://schemas.openxmlformats.org/drawingml/2006/main">
            <a:off x="3761670" y="5764530"/>
            <a:ext cx="96660" cy="112395"/>
          </a:xfrm>
          <a:custGeom xmlns:a="http://schemas.openxmlformats.org/drawingml/2006/main">
            <a:pathLst>
              <a:path w="96660" h="112395">
                <a:moveTo>
                  <a:pt x="48330" y="112395"/>
                </a:moveTo>
                <a:lnTo>
                  <a:pt x="96660" y="0"/>
                </a:lnTo>
                <a:lnTo>
                  <a:pt x="0" y="0"/>
                </a:lnTo>
                <a:close/>
              </a:path>
            </a:pathLst>
          </a:custGeom>
          <a:solidFill xmlns:a="http://schemas.openxmlformats.org/drawingml/2006/main">
            <a:srgbClr val="67758C"/>
          </a:solidFill>
          <a:ln xmlns:a="http://schemas.openxmlformats.org/drawingml/2006/main" w="0">
            <a:noFill/>
            <a:prstDash val="solid"/>
          </a:ln>
        </p:spPr>
      </p:sp>
      <p:sp>
        <p:nvSpPr>
          <p:cNvPr id="320" name="integration-label">
            <a:extLst xmlns:a="http://schemas.openxmlformats.org/drawingml/2006/main">
              <a:ext uri="{FF2B5EF4-FFF2-40B4-BE49-F238E27FC236}">
                <a16:creationId xmlns:a16="http://schemas.microsoft.com/office/drawing/2014/main" id="{380B05FA-0E86-45EF-97B7-30E79243223B}"/>
              </a:ext>
            </a:extLst>
          </p:cNvPr>
          <p:cNvSpPr>
            <a:spLocks xmlns:a="http://schemas.openxmlformats.org/drawingml/2006/main" noGrp="1"/>
          </p:cNvSpPr>
          <p:nvPr/>
        </p:nvSpPr>
        <p:spPr>
          <a:xfrm xmlns:a="http://schemas.openxmlformats.org/drawingml/2006/main">
            <a:off x="5314950" y="8029575"/>
            <a:ext cx="47625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i="0">
                <a:solidFill>
                  <a:srgbClr val="67758C"/>
                </a:solidFill>
                <a:latin typeface="Arial"/>
                <a:ea typeface="Arial"/>
                <a:cs typeface="Arial"/>
              </a:defRPr>
            </a:pPr>
            <a:r>
              <a:rPr sz="1725" b="0" i="0">
                <a:solidFill>
                  <a:srgbClr val="67758C"/>
                </a:solidFill>
                <a:latin typeface="Arial"/>
                <a:ea typeface="Arial"/>
                <a:cs typeface="Arial"/>
              </a:rPr>
              <a:t>Integrate from t = 0 to t = 1</a:t>
            </a:r>
          </a:p>
        </p:txBody>
      </p:sp>
      <p:sp>
        <p:nvSpPr>
          <p:cNvPr id="321" name="integrator-to-output">
            <a:extLst xmlns:a="http://schemas.openxmlformats.org/drawingml/2006/main">
              <a:ext uri="{FF2B5EF4-FFF2-40B4-BE49-F238E27FC236}">
                <a16:creationId xmlns:a16="http://schemas.microsoft.com/office/drawing/2014/main" id="{7B21C05D-45F3-49BF-B65A-4525EA4BB222}"/>
              </a:ext>
            </a:extLst>
          </p:cNvPr>
          <p:cNvSpPr>
            <a:spLocks xmlns:a="http://schemas.openxmlformats.org/drawingml/2006/main" noGrp="1"/>
          </p:cNvSpPr>
          <p:nvPr/>
        </p:nvSpPr>
        <p:spPr>
          <a:xfrm xmlns:a="http://schemas.openxmlformats.org/drawingml/2006/main">
            <a:off x="10944225" y="6981825"/>
            <a:ext cx="1009650" cy="95"/>
          </a:xfrm>
          <a:custGeom xmlns:a="http://schemas.openxmlformats.org/drawingml/2006/main">
            <a:pathLst>
              <a:path w="1009650" h="95">
                <a:moveTo>
                  <a:pt x="0" y="0"/>
                </a:moveTo>
                <a:lnTo>
                  <a:pt x="1009650" y="0"/>
                </a:lnTo>
              </a:path>
            </a:pathLst>
          </a:custGeom>
          <a:noFill xmlns:a="http://schemas.openxmlformats.org/drawingml/2006/main"/>
          <a:ln xmlns:a="http://schemas.openxmlformats.org/drawingml/2006/main" w="24765">
            <a:solidFill>
              <a:srgbClr val="24344F"/>
            </a:solidFill>
            <a:prstDash val="solid"/>
          </a:ln>
        </p:spPr>
      </p:sp>
      <p:sp>
        <p:nvSpPr>
          <p:cNvPr id="322" name="integrator-to-output--arrow">
            <a:extLst xmlns:a="http://schemas.openxmlformats.org/drawingml/2006/main">
              <a:ext uri="{FF2B5EF4-FFF2-40B4-BE49-F238E27FC236}">
                <a16:creationId xmlns:a16="http://schemas.microsoft.com/office/drawing/2014/main" id="{68AB1D34-D9CF-4FD4-86B5-ED20246C6EF5}"/>
              </a:ext>
            </a:extLst>
          </p:cNvPr>
          <p:cNvSpPr>
            <a:spLocks xmlns:a="http://schemas.openxmlformats.org/drawingml/2006/main" noGrp="1"/>
          </p:cNvSpPr>
          <p:nvPr/>
        </p:nvSpPr>
        <p:spPr>
          <a:xfrm xmlns:a="http://schemas.openxmlformats.org/drawingml/2006/main">
            <a:off x="11833860" y="6930219"/>
            <a:ext cx="120015" cy="103213"/>
          </a:xfrm>
          <a:custGeom xmlns:a="http://schemas.openxmlformats.org/drawingml/2006/main">
            <a:pathLst>
              <a:path w="120015" h="103213">
                <a:moveTo>
                  <a:pt x="120015" y="51606"/>
                </a:moveTo>
                <a:lnTo>
                  <a:pt x="0" y="0"/>
                </a:lnTo>
                <a:lnTo>
                  <a:pt x="0" y="103213"/>
                </a:lnTo>
                <a:close/>
              </a:path>
            </a:pathLst>
          </a:custGeom>
          <a:solidFill xmlns:a="http://schemas.openxmlformats.org/drawingml/2006/main">
            <a:srgbClr val="24344F"/>
          </a:solidFill>
          <a:ln xmlns:a="http://schemas.openxmlformats.org/drawingml/2006/main" w="0">
            <a:noFill/>
            <a:prstDash val="solid"/>
          </a:ln>
        </p:spPr>
      </p:sp>
      <p:sp>
        <p:nvSpPr>
          <p:cNvPr id="323" name="generated-samples-0">
            <a:extLst xmlns:a="http://schemas.openxmlformats.org/drawingml/2006/main">
              <a:ext uri="{FF2B5EF4-FFF2-40B4-BE49-F238E27FC236}">
                <a16:creationId xmlns:a16="http://schemas.microsoft.com/office/drawing/2014/main" id="{8257EFB2-84EF-4B5D-83E9-9E31767077A8}"/>
              </a:ext>
            </a:extLst>
          </p:cNvPr>
          <p:cNvSpPr>
            <a:spLocks xmlns:a="http://schemas.openxmlformats.org/drawingml/2006/main" noGrp="1"/>
          </p:cNvSpPr>
          <p:nvPr/>
        </p:nvSpPr>
        <p:spPr>
          <a:xfrm xmlns:a="http://schemas.openxmlformats.org/drawingml/2006/main">
            <a:off x="12837986" y="7118033"/>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24" name="generated-samples-1">
            <a:extLst xmlns:a="http://schemas.openxmlformats.org/drawingml/2006/main">
              <a:ext uri="{FF2B5EF4-FFF2-40B4-BE49-F238E27FC236}">
                <a16:creationId xmlns:a16="http://schemas.microsoft.com/office/drawing/2014/main" id="{7FB61B0F-5433-455C-A8D5-8A5A33874D1C}"/>
              </a:ext>
            </a:extLst>
          </p:cNvPr>
          <p:cNvSpPr>
            <a:spLocks xmlns:a="http://schemas.openxmlformats.org/drawingml/2006/main" noGrp="1"/>
          </p:cNvSpPr>
          <p:nvPr/>
        </p:nvSpPr>
        <p:spPr>
          <a:xfrm xmlns:a="http://schemas.openxmlformats.org/drawingml/2006/main">
            <a:off x="13303536" y="6843821"/>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25" name="generated-samples-2">
            <a:extLst xmlns:a="http://schemas.openxmlformats.org/drawingml/2006/main">
              <a:ext uri="{FF2B5EF4-FFF2-40B4-BE49-F238E27FC236}">
                <a16:creationId xmlns:a16="http://schemas.microsoft.com/office/drawing/2014/main" id="{89D69FF7-197F-48AE-B0B1-50D458EF7981}"/>
              </a:ext>
            </a:extLst>
          </p:cNvPr>
          <p:cNvSpPr>
            <a:spLocks xmlns:a="http://schemas.openxmlformats.org/drawingml/2006/main" noGrp="1"/>
          </p:cNvSpPr>
          <p:nvPr/>
        </p:nvSpPr>
        <p:spPr>
          <a:xfrm xmlns:a="http://schemas.openxmlformats.org/drawingml/2006/main">
            <a:off x="12807030" y="7020186"/>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26" name="generated-samples-3">
            <a:extLst xmlns:a="http://schemas.openxmlformats.org/drawingml/2006/main">
              <a:ext uri="{FF2B5EF4-FFF2-40B4-BE49-F238E27FC236}">
                <a16:creationId xmlns:a16="http://schemas.microsoft.com/office/drawing/2014/main" id="{05179BEF-D14B-4075-A930-61E33A6C0E42}"/>
              </a:ext>
            </a:extLst>
          </p:cNvPr>
          <p:cNvSpPr>
            <a:spLocks xmlns:a="http://schemas.openxmlformats.org/drawingml/2006/main" noGrp="1"/>
          </p:cNvSpPr>
          <p:nvPr/>
        </p:nvSpPr>
        <p:spPr>
          <a:xfrm xmlns:a="http://schemas.openxmlformats.org/drawingml/2006/main">
            <a:off x="13414850" y="6878344"/>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27" name="generated-samples-4">
            <a:extLst xmlns:a="http://schemas.openxmlformats.org/drawingml/2006/main">
              <a:ext uri="{FF2B5EF4-FFF2-40B4-BE49-F238E27FC236}">
                <a16:creationId xmlns:a16="http://schemas.microsoft.com/office/drawing/2014/main" id="{A1009114-CFED-4FEE-A5BC-CAEF1925C253}"/>
              </a:ext>
            </a:extLst>
          </p:cNvPr>
          <p:cNvSpPr>
            <a:spLocks xmlns:a="http://schemas.openxmlformats.org/drawingml/2006/main" noGrp="1"/>
          </p:cNvSpPr>
          <p:nvPr/>
        </p:nvSpPr>
        <p:spPr>
          <a:xfrm xmlns:a="http://schemas.openxmlformats.org/drawingml/2006/main">
            <a:off x="12698903" y="7095329"/>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28" name="generated-samples-5">
            <a:extLst xmlns:a="http://schemas.openxmlformats.org/drawingml/2006/main">
              <a:ext uri="{FF2B5EF4-FFF2-40B4-BE49-F238E27FC236}">
                <a16:creationId xmlns:a16="http://schemas.microsoft.com/office/drawing/2014/main" id="{0A59960F-6BD8-4798-B0A4-1534237645E0}"/>
              </a:ext>
            </a:extLst>
          </p:cNvPr>
          <p:cNvSpPr>
            <a:spLocks xmlns:a="http://schemas.openxmlformats.org/drawingml/2006/main" noGrp="1"/>
          </p:cNvSpPr>
          <p:nvPr/>
        </p:nvSpPr>
        <p:spPr>
          <a:xfrm xmlns:a="http://schemas.openxmlformats.org/drawingml/2006/main">
            <a:off x="13447644" y="6721766"/>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29" name="generated-samples-6">
            <a:extLst xmlns:a="http://schemas.openxmlformats.org/drawingml/2006/main">
              <a:ext uri="{FF2B5EF4-FFF2-40B4-BE49-F238E27FC236}">
                <a16:creationId xmlns:a16="http://schemas.microsoft.com/office/drawing/2014/main" id="{AF9E6953-DBEE-448E-8571-799A063C524D}"/>
              </a:ext>
            </a:extLst>
          </p:cNvPr>
          <p:cNvSpPr>
            <a:spLocks xmlns:a="http://schemas.openxmlformats.org/drawingml/2006/main" noGrp="1"/>
          </p:cNvSpPr>
          <p:nvPr/>
        </p:nvSpPr>
        <p:spPr>
          <a:xfrm xmlns:a="http://schemas.openxmlformats.org/drawingml/2006/main">
            <a:off x="12773103" y="7247935"/>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0" name="generated-samples-7">
            <a:extLst xmlns:a="http://schemas.openxmlformats.org/drawingml/2006/main">
              <a:ext uri="{FF2B5EF4-FFF2-40B4-BE49-F238E27FC236}">
                <a16:creationId xmlns:a16="http://schemas.microsoft.com/office/drawing/2014/main" id="{FAF4CE89-C4D7-4EBE-8F68-FEBF0CA975EE}"/>
              </a:ext>
            </a:extLst>
          </p:cNvPr>
          <p:cNvSpPr>
            <a:spLocks xmlns:a="http://schemas.openxmlformats.org/drawingml/2006/main" noGrp="1"/>
          </p:cNvSpPr>
          <p:nvPr/>
        </p:nvSpPr>
        <p:spPr>
          <a:xfrm xmlns:a="http://schemas.openxmlformats.org/drawingml/2006/main">
            <a:off x="13295629" y="6665519"/>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1" name="generated-samples-8">
            <a:extLst xmlns:a="http://schemas.openxmlformats.org/drawingml/2006/main">
              <a:ext uri="{FF2B5EF4-FFF2-40B4-BE49-F238E27FC236}">
                <a16:creationId xmlns:a16="http://schemas.microsoft.com/office/drawing/2014/main" id="{5B875EBD-7C60-4623-9DCD-9E38565C190C}"/>
              </a:ext>
            </a:extLst>
          </p:cNvPr>
          <p:cNvSpPr>
            <a:spLocks xmlns:a="http://schemas.openxmlformats.org/drawingml/2006/main" noGrp="1"/>
          </p:cNvSpPr>
          <p:nvPr/>
        </p:nvSpPr>
        <p:spPr>
          <a:xfrm xmlns:a="http://schemas.openxmlformats.org/drawingml/2006/main">
            <a:off x="12925834" y="7164567"/>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2" name="generated-samples-9">
            <a:extLst xmlns:a="http://schemas.openxmlformats.org/drawingml/2006/main">
              <a:ext uri="{FF2B5EF4-FFF2-40B4-BE49-F238E27FC236}">
                <a16:creationId xmlns:a16="http://schemas.microsoft.com/office/drawing/2014/main" id="{9D50EA52-405F-4710-91CE-0695D618CBE2}"/>
              </a:ext>
            </a:extLst>
          </p:cNvPr>
          <p:cNvSpPr>
            <a:spLocks xmlns:a="http://schemas.openxmlformats.org/drawingml/2006/main" noGrp="1"/>
          </p:cNvSpPr>
          <p:nvPr/>
        </p:nvSpPr>
        <p:spPr>
          <a:xfrm xmlns:a="http://schemas.openxmlformats.org/drawingml/2006/main">
            <a:off x="13227132" y="6853844"/>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3" name="generated-samples-10">
            <a:extLst xmlns:a="http://schemas.openxmlformats.org/drawingml/2006/main">
              <a:ext uri="{FF2B5EF4-FFF2-40B4-BE49-F238E27FC236}">
                <a16:creationId xmlns:a16="http://schemas.microsoft.com/office/drawing/2014/main" id="{CA9D5D17-5070-45FD-AB1A-E07A1DAA2E65}"/>
              </a:ext>
            </a:extLst>
          </p:cNvPr>
          <p:cNvSpPr>
            <a:spLocks xmlns:a="http://schemas.openxmlformats.org/drawingml/2006/main" noGrp="1"/>
          </p:cNvSpPr>
          <p:nvPr/>
        </p:nvSpPr>
        <p:spPr>
          <a:xfrm xmlns:a="http://schemas.openxmlformats.org/drawingml/2006/main">
            <a:off x="12864030" y="6968204"/>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4" name="generated-samples-11">
            <a:extLst xmlns:a="http://schemas.openxmlformats.org/drawingml/2006/main">
              <a:ext uri="{FF2B5EF4-FFF2-40B4-BE49-F238E27FC236}">
                <a16:creationId xmlns:a16="http://schemas.microsoft.com/office/drawing/2014/main" id="{09635B96-0813-4B05-96A1-AE47BA86788A}"/>
              </a:ext>
            </a:extLst>
          </p:cNvPr>
          <p:cNvSpPr>
            <a:spLocks xmlns:a="http://schemas.openxmlformats.org/drawingml/2006/main" noGrp="1"/>
          </p:cNvSpPr>
          <p:nvPr/>
        </p:nvSpPr>
        <p:spPr>
          <a:xfrm xmlns:a="http://schemas.openxmlformats.org/drawingml/2006/main">
            <a:off x="13397545" y="6950590"/>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5" name="generated-samples-12">
            <a:extLst xmlns:a="http://schemas.openxmlformats.org/drawingml/2006/main">
              <a:ext uri="{FF2B5EF4-FFF2-40B4-BE49-F238E27FC236}">
                <a16:creationId xmlns:a16="http://schemas.microsoft.com/office/drawing/2014/main" id="{F2D7EFCC-E5B8-4382-B8B0-584E936929E4}"/>
              </a:ext>
            </a:extLst>
          </p:cNvPr>
          <p:cNvSpPr>
            <a:spLocks xmlns:a="http://schemas.openxmlformats.org/drawingml/2006/main" noGrp="1"/>
          </p:cNvSpPr>
          <p:nvPr/>
        </p:nvSpPr>
        <p:spPr>
          <a:xfrm xmlns:a="http://schemas.openxmlformats.org/drawingml/2006/main">
            <a:off x="12668676" y="7030410"/>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6" name="generated-samples-13">
            <a:extLst xmlns:a="http://schemas.openxmlformats.org/drawingml/2006/main">
              <a:ext uri="{FF2B5EF4-FFF2-40B4-BE49-F238E27FC236}">
                <a16:creationId xmlns:a16="http://schemas.microsoft.com/office/drawing/2014/main" id="{BD8D185D-3E24-4D1A-A083-218B262E77E5}"/>
              </a:ext>
            </a:extLst>
          </p:cNvPr>
          <p:cNvSpPr>
            <a:spLocks xmlns:a="http://schemas.openxmlformats.org/drawingml/2006/main" noGrp="1"/>
          </p:cNvSpPr>
          <p:nvPr/>
        </p:nvSpPr>
        <p:spPr>
          <a:xfrm xmlns:a="http://schemas.openxmlformats.org/drawingml/2006/main">
            <a:off x="13512717" y="6753064"/>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7" name="generated-samples-14">
            <a:extLst xmlns:a="http://schemas.openxmlformats.org/drawingml/2006/main">
              <a:ext uri="{FF2B5EF4-FFF2-40B4-BE49-F238E27FC236}">
                <a16:creationId xmlns:a16="http://schemas.microsoft.com/office/drawing/2014/main" id="{DE4AFC46-9F41-4936-8444-ED1EB2DF3538}"/>
              </a:ext>
            </a:extLst>
          </p:cNvPr>
          <p:cNvSpPr>
            <a:spLocks xmlns:a="http://schemas.openxmlformats.org/drawingml/2006/main" noGrp="1"/>
          </p:cNvSpPr>
          <p:nvPr/>
        </p:nvSpPr>
        <p:spPr>
          <a:xfrm xmlns:a="http://schemas.openxmlformats.org/drawingml/2006/main">
            <a:off x="12703759" y="7265251"/>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8" name="generated-samples-15">
            <a:extLst xmlns:a="http://schemas.openxmlformats.org/drawingml/2006/main">
              <a:ext uri="{FF2B5EF4-FFF2-40B4-BE49-F238E27FC236}">
                <a16:creationId xmlns:a16="http://schemas.microsoft.com/office/drawing/2014/main" id="{F5FB93EE-6007-490A-8BD6-FB00B3FC519B}"/>
              </a:ext>
            </a:extLst>
          </p:cNvPr>
          <p:cNvSpPr>
            <a:spLocks xmlns:a="http://schemas.openxmlformats.org/drawingml/2006/main" noGrp="1"/>
          </p:cNvSpPr>
          <p:nvPr/>
        </p:nvSpPr>
        <p:spPr>
          <a:xfrm xmlns:a="http://schemas.openxmlformats.org/drawingml/2006/main">
            <a:off x="13334860" y="6604782"/>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39" name="generated-samples-16">
            <a:extLst xmlns:a="http://schemas.openxmlformats.org/drawingml/2006/main">
              <a:ext uri="{FF2B5EF4-FFF2-40B4-BE49-F238E27FC236}">
                <a16:creationId xmlns:a16="http://schemas.microsoft.com/office/drawing/2014/main" id="{4668A58F-8018-4E89-B535-B85A06BBEC64}"/>
              </a:ext>
            </a:extLst>
          </p:cNvPr>
          <p:cNvSpPr>
            <a:spLocks xmlns:a="http://schemas.openxmlformats.org/drawingml/2006/main" noGrp="1"/>
          </p:cNvSpPr>
          <p:nvPr/>
        </p:nvSpPr>
        <p:spPr>
          <a:xfrm xmlns:a="http://schemas.openxmlformats.org/drawingml/2006/main">
            <a:off x="12936677" y="7241971"/>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40" name="generated-samples-17">
            <a:extLst xmlns:a="http://schemas.openxmlformats.org/drawingml/2006/main">
              <a:ext uri="{FF2B5EF4-FFF2-40B4-BE49-F238E27FC236}">
                <a16:creationId xmlns:a16="http://schemas.microsoft.com/office/drawing/2014/main" id="{5BF152D5-2AC6-465B-9C67-D522A810439A}"/>
              </a:ext>
            </a:extLst>
          </p:cNvPr>
          <p:cNvSpPr>
            <a:spLocks xmlns:a="http://schemas.openxmlformats.org/drawingml/2006/main" noGrp="1"/>
          </p:cNvSpPr>
          <p:nvPr/>
        </p:nvSpPr>
        <p:spPr>
          <a:xfrm xmlns:a="http://schemas.openxmlformats.org/drawingml/2006/main">
            <a:off x="13171892" y="6797732"/>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41" name="generated-samples-18">
            <a:extLst xmlns:a="http://schemas.openxmlformats.org/drawingml/2006/main">
              <a:ext uri="{FF2B5EF4-FFF2-40B4-BE49-F238E27FC236}">
                <a16:creationId xmlns:a16="http://schemas.microsoft.com/office/drawing/2014/main" id="{6C5EE10B-F10E-45AE-86FA-A9C20A19ABC8}"/>
              </a:ext>
            </a:extLst>
          </p:cNvPr>
          <p:cNvSpPr>
            <a:spLocks xmlns:a="http://schemas.openxmlformats.org/drawingml/2006/main" noGrp="1"/>
          </p:cNvSpPr>
          <p:nvPr/>
        </p:nvSpPr>
        <p:spPr>
          <a:xfrm xmlns:a="http://schemas.openxmlformats.org/drawingml/2006/main">
            <a:off x="12935346" y="6972962"/>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42" name="generated-samples-19">
            <a:extLst xmlns:a="http://schemas.openxmlformats.org/drawingml/2006/main">
              <a:ext uri="{FF2B5EF4-FFF2-40B4-BE49-F238E27FC236}">
                <a16:creationId xmlns:a16="http://schemas.microsoft.com/office/drawing/2014/main" id="{E1A12020-B845-4A58-908F-5F92FA2DA4C9}"/>
              </a:ext>
            </a:extLst>
          </p:cNvPr>
          <p:cNvSpPr>
            <a:spLocks xmlns:a="http://schemas.openxmlformats.org/drawingml/2006/main" noGrp="1"/>
          </p:cNvSpPr>
          <p:nvPr/>
        </p:nvSpPr>
        <p:spPr>
          <a:xfrm xmlns:a="http://schemas.openxmlformats.org/drawingml/2006/main">
            <a:off x="13345817" y="7001840"/>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43" name="generated-samples-20">
            <a:extLst xmlns:a="http://schemas.openxmlformats.org/drawingml/2006/main">
              <a:ext uri="{FF2B5EF4-FFF2-40B4-BE49-F238E27FC236}">
                <a16:creationId xmlns:a16="http://schemas.microsoft.com/office/drawing/2014/main" id="{F4F15480-0552-4DBA-897A-37902BD8A5D4}"/>
              </a:ext>
            </a:extLst>
          </p:cNvPr>
          <p:cNvSpPr>
            <a:spLocks xmlns:a="http://schemas.openxmlformats.org/drawingml/2006/main" noGrp="1"/>
          </p:cNvSpPr>
          <p:nvPr/>
        </p:nvSpPr>
        <p:spPr>
          <a:xfrm xmlns:a="http://schemas.openxmlformats.org/drawingml/2006/main">
            <a:off x="12676130" y="6948394"/>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44" name="generated-samples-21">
            <a:extLst xmlns:a="http://schemas.openxmlformats.org/drawingml/2006/main">
              <a:ext uri="{FF2B5EF4-FFF2-40B4-BE49-F238E27FC236}">
                <a16:creationId xmlns:a16="http://schemas.microsoft.com/office/drawing/2014/main" id="{72994720-B268-447E-9BFC-2524B88EBA59}"/>
              </a:ext>
            </a:extLst>
          </p:cNvPr>
          <p:cNvSpPr>
            <a:spLocks xmlns:a="http://schemas.openxmlformats.org/drawingml/2006/main" noGrp="1"/>
          </p:cNvSpPr>
          <p:nvPr/>
        </p:nvSpPr>
        <p:spPr>
          <a:xfrm xmlns:a="http://schemas.openxmlformats.org/drawingml/2006/main">
            <a:off x="13551927" y="6823389"/>
            <a:ext cx="70485" cy="70485"/>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45" name="generated-samples-22">
            <a:extLst xmlns:a="http://schemas.openxmlformats.org/drawingml/2006/main">
              <a:ext uri="{FF2B5EF4-FFF2-40B4-BE49-F238E27FC236}">
                <a16:creationId xmlns:a16="http://schemas.microsoft.com/office/drawing/2014/main" id="{4A213323-C2C7-466D-B3AE-22964AF9AD64}"/>
              </a:ext>
            </a:extLst>
          </p:cNvPr>
          <p:cNvSpPr>
            <a:spLocks xmlns:a="http://schemas.openxmlformats.org/drawingml/2006/main" noGrp="1"/>
          </p:cNvSpPr>
          <p:nvPr/>
        </p:nvSpPr>
        <p:spPr>
          <a:xfrm xmlns:a="http://schemas.openxmlformats.org/drawingml/2006/main">
            <a:off x="12637406" y="7243263"/>
            <a:ext cx="75248" cy="75248"/>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46" name="generated-samples-23">
            <a:extLst xmlns:a="http://schemas.openxmlformats.org/drawingml/2006/main">
              <a:ext uri="{FF2B5EF4-FFF2-40B4-BE49-F238E27FC236}">
                <a16:creationId xmlns:a16="http://schemas.microsoft.com/office/drawing/2014/main" id="{0A192EB1-2820-4032-B367-502B72CE4FFB}"/>
              </a:ext>
            </a:extLst>
          </p:cNvPr>
          <p:cNvSpPr>
            <a:spLocks xmlns:a="http://schemas.openxmlformats.org/drawingml/2006/main" noGrp="1"/>
          </p:cNvSpPr>
          <p:nvPr/>
        </p:nvSpPr>
        <p:spPr>
          <a:xfrm xmlns:a="http://schemas.openxmlformats.org/drawingml/2006/main">
            <a:off x="13396986" y="6567369"/>
            <a:ext cx="80010" cy="80010"/>
          </a:xfrm>
          <a:prstGeom xmlns:a="http://schemas.openxmlformats.org/drawingml/2006/main" prst="ellipse">
            <a:avLst/>
          </a:prstGeom>
          <a:solidFill xmlns:a="http://schemas.openxmlformats.org/drawingml/2006/main">
            <a:srgbClr val="D98870"/>
          </a:solidFill>
          <a:ln xmlns:a="http://schemas.openxmlformats.org/drawingml/2006/main" w="0">
            <a:noFill/>
            <a:prstDash val="solid"/>
          </a:ln>
        </p:spPr>
      </p:sp>
      <p:sp>
        <p:nvSpPr>
          <p:cNvPr id="347" name="samples-title">
            <a:extLst xmlns:a="http://schemas.openxmlformats.org/drawingml/2006/main">
              <a:ext uri="{FF2B5EF4-FFF2-40B4-BE49-F238E27FC236}">
                <a16:creationId xmlns:a16="http://schemas.microsoft.com/office/drawing/2014/main" id="{C3F16FCA-B126-4C5D-9721-D68ADF231CCB}"/>
              </a:ext>
            </a:extLst>
          </p:cNvPr>
          <p:cNvSpPr>
            <a:spLocks xmlns:a="http://schemas.openxmlformats.org/drawingml/2006/main" noGrp="1"/>
          </p:cNvSpPr>
          <p:nvPr/>
        </p:nvSpPr>
        <p:spPr>
          <a:xfrm xmlns:a="http://schemas.openxmlformats.org/drawingml/2006/main">
            <a:off x="11953875" y="5953125"/>
            <a:ext cx="2714625"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D98870"/>
                </a:solidFill>
                <a:latin typeface="Arial"/>
                <a:ea typeface="Arial"/>
                <a:cs typeface="Arial"/>
              </a:defRPr>
            </a:pPr>
            <a:r>
              <a:rPr sz="1800" b="1" i="0">
                <a:solidFill>
                  <a:srgbClr val="D98870"/>
                </a:solidFill>
                <a:latin typeface="Arial"/>
                <a:ea typeface="Arial"/>
                <a:cs typeface="Arial"/>
              </a:rPr>
              <a:t>Conditional samples</a:t>
            </a:r>
          </a:p>
        </p:txBody>
      </p:sp>
      <p:sp>
        <p:nvSpPr>
          <p:cNvPr id="348" name="samples-math">
            <a:extLst xmlns:a="http://schemas.openxmlformats.org/drawingml/2006/main">
              <a:ext uri="{FF2B5EF4-FFF2-40B4-BE49-F238E27FC236}">
                <a16:creationId xmlns:a16="http://schemas.microsoft.com/office/drawing/2014/main" id="{917B2474-3A21-46E2-B0CC-6A3FCFC5EE02}"/>
              </a:ext>
            </a:extLst>
          </p:cNvPr>
          <p:cNvSpPr>
            <a:spLocks xmlns:a="http://schemas.openxmlformats.org/drawingml/2006/main" noGrp="1"/>
          </p:cNvSpPr>
          <p:nvPr/>
        </p:nvSpPr>
        <p:spPr>
          <a:xfrm xmlns:a="http://schemas.openxmlformats.org/drawingml/2006/main">
            <a:off x="12401550" y="7620000"/>
            <a:ext cx="2428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D98870"/>
                </a:solidFill>
                <a:latin typeface="Arial"/>
                <a:ea typeface="Arial"/>
                <a:cs typeface="Arial"/>
              </a:defRPr>
            </a:pPr>
            <a:r>
              <a:rPr sz="1875" b="0" i="0">
                <a:solidFill>
                  <a:srgbClr val="D98870"/>
                </a:solidFill>
                <a:latin typeface="Arial"/>
                <a:ea typeface="Arial"/>
                <a:cs typeface="Arial"/>
              </a:rPr>
              <a:t>x₁ ∼ pθ(x ∣ c)</a:t>
            </a:r>
          </a:p>
        </p:txBody>
      </p:sp>
      <p:sp>
        <p:nvSpPr>
          <p:cNvPr id="349" name="schematic-disclosure">
            <a:extLst xmlns:a="http://schemas.openxmlformats.org/drawingml/2006/main">
              <a:ext uri="{FF2B5EF4-FFF2-40B4-BE49-F238E27FC236}">
                <a16:creationId xmlns:a16="http://schemas.microsoft.com/office/drawing/2014/main" id="{05C2EBEC-2ABB-4D37-9C92-3348DD791C40}"/>
              </a:ext>
            </a:extLst>
          </p:cNvPr>
          <p:cNvSpPr>
            <a:spLocks xmlns:a="http://schemas.openxmlformats.org/drawingml/2006/main" noGrp="1"/>
          </p:cNvSpPr>
          <p:nvPr/>
        </p:nvSpPr>
        <p:spPr>
          <a:xfrm xmlns:a="http://schemas.openxmlformats.org/drawingml/2006/main">
            <a:off x="514350" y="8639175"/>
            <a:ext cx="1381125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i="0">
                <a:solidFill>
                  <a:srgbClr val="67758C"/>
                </a:solidFill>
                <a:latin typeface="Arial"/>
                <a:ea typeface="Arial"/>
                <a:cs typeface="Arial"/>
              </a:defRPr>
            </a:pPr>
            <a:r>
              <a:rPr sz="1425" b="0" i="0">
                <a:solidFill>
                  <a:srgbClr val="67758C"/>
                </a:solidFill>
                <a:latin typeface="Arial"/>
                <a:ea typeface="Arial"/>
                <a:cs typeface="Arial"/>
              </a:rPr>
              <a:t>Teaching schematic. Point locations and field arrows illustrate the mechanism, not experimental results.</a:t>
            </a:r>
          </a:p>
        </p:txBody>
      </p:sp>
    </p:spTree>
    <p:extLst>
      <p:ext uri="{BB962C8B-B14F-4D97-AF65-F5344CB8AC3E}">
        <p14:creationId xmlns:p14="http://schemas.microsoft.com/office/powerpoint/2010/main" val="16486369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2026-09-07T11:17:40.2000000Z</dcterms:created>
  <dcterms:modified xsi:type="dcterms:W3CDTF">2026-09-07T11:17:40.2000000Z</dcterms:modified>
</coreProperties>
</file>